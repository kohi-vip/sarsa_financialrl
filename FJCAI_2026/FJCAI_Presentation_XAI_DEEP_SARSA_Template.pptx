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9" r:id="rId4"/>
    <p:sldId id="284" r:id="rId5"/>
    <p:sldId id="278" r:id="rId6"/>
    <p:sldId id="285" r:id="rId7"/>
    <p:sldId id="280" r:id="rId8"/>
    <p:sldId id="288" r:id="rId9"/>
    <p:sldId id="281" r:id="rId10"/>
    <p:sldId id="286" r:id="rId11"/>
    <p:sldId id="287" r:id="rId12"/>
    <p:sldId id="289" r:id="rId13"/>
    <p:sldId id="282" r:id="rId14"/>
    <p:sldId id="290" r:id="rId15"/>
    <p:sldId id="291" r:id="rId16"/>
    <p:sldId id="283" r:id="rId17"/>
    <p:sldId id="277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>
      <p:cViewPr varScale="1">
        <p:scale>
          <a:sx n="59" d="100"/>
          <a:sy n="59" d="100"/>
        </p:scale>
        <p:origin x="16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63A0F-6DB9-497C-B8ED-C9E38984D5E2}" type="datetimeFigureOut">
              <a:rPr lang="en-US" smtClean="0"/>
              <a:t>27/3/2026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151F4-2F4F-49C4-AE63-C878C8F20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6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151F4-2F4F-49C4-AE63-C878C8F207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151F4-2F4F-49C4-AE63-C878C8F207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04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151F4-2F4F-49C4-AE63-C878C8F207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6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091D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5853C-6A24-488E-A5FD-4B5DB9E3E314}" type="datetime1">
              <a:rPr lang="en-US" smtClean="0"/>
              <a:t>27/3/2026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86800" y="6299906"/>
            <a:ext cx="320675" cy="156068"/>
          </a:xfrm>
        </p:spPr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091D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ABE65-9859-4EB0-B860-7524492CE1EB}" type="datetime1">
              <a:rPr lang="en-US" smtClean="0"/>
              <a:t>27/3/2026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091D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29F1F-31B6-46D7-96DE-174328409B0A}" type="datetime1">
              <a:rPr lang="en-US" smtClean="0"/>
              <a:t>27/3/2026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091D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680E3-29E7-48F9-A39A-3340645CFF1D}" type="datetime1">
              <a:rPr lang="en-US" smtClean="0"/>
              <a:t>27/3/2026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0EDCE-FE14-4EC9-84B2-188FFA2BDD59}" type="datetime1">
              <a:rPr lang="en-US" smtClean="0"/>
              <a:t>27/3/2026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73949"/>
            <a:ext cx="9144000" cy="38405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493763"/>
            <a:ext cx="9144000" cy="364490"/>
          </a:xfrm>
          <a:custGeom>
            <a:avLst/>
            <a:gdLst/>
            <a:ahLst/>
            <a:cxnLst/>
            <a:rect l="l" t="t" r="r" b="b"/>
            <a:pathLst>
              <a:path w="9144000" h="364490">
                <a:moveTo>
                  <a:pt x="9144000" y="182880"/>
                </a:moveTo>
                <a:lnTo>
                  <a:pt x="0" y="182880"/>
                </a:lnTo>
                <a:lnTo>
                  <a:pt x="0" y="364236"/>
                </a:lnTo>
                <a:lnTo>
                  <a:pt x="9144000" y="364236"/>
                </a:lnTo>
                <a:lnTo>
                  <a:pt x="9144000" y="182880"/>
                </a:lnTo>
                <a:close/>
              </a:path>
              <a:path w="9144000" h="364490">
                <a:moveTo>
                  <a:pt x="9144000" y="0"/>
                </a:moveTo>
                <a:lnTo>
                  <a:pt x="0" y="0"/>
                </a:lnTo>
                <a:lnTo>
                  <a:pt x="0" y="25908"/>
                </a:lnTo>
                <a:lnTo>
                  <a:pt x="9144000" y="25908"/>
                </a:lnTo>
                <a:lnTo>
                  <a:pt x="9144000" y="0"/>
                </a:lnTo>
                <a:close/>
              </a:path>
            </a:pathLst>
          </a:custGeom>
          <a:solidFill>
            <a:srgbClr val="DFF5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047" y="6519671"/>
            <a:ext cx="9141460" cy="157480"/>
          </a:xfrm>
          <a:custGeom>
            <a:avLst/>
            <a:gdLst/>
            <a:ahLst/>
            <a:cxnLst/>
            <a:rect l="l" t="t" r="r" b="b"/>
            <a:pathLst>
              <a:path w="9141460" h="157479">
                <a:moveTo>
                  <a:pt x="9140952" y="0"/>
                </a:moveTo>
                <a:lnTo>
                  <a:pt x="0" y="0"/>
                </a:lnTo>
                <a:lnTo>
                  <a:pt x="0" y="156971"/>
                </a:lnTo>
                <a:lnTo>
                  <a:pt x="9140952" y="156971"/>
                </a:lnTo>
                <a:lnTo>
                  <a:pt x="9140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047" y="6542531"/>
            <a:ext cx="9141460" cy="35560"/>
          </a:xfrm>
          <a:custGeom>
            <a:avLst/>
            <a:gdLst/>
            <a:ahLst/>
            <a:cxnLst/>
            <a:rect l="l" t="t" r="r" b="b"/>
            <a:pathLst>
              <a:path w="9141460" h="35559">
                <a:moveTo>
                  <a:pt x="9140952" y="0"/>
                </a:moveTo>
                <a:lnTo>
                  <a:pt x="0" y="0"/>
                </a:lnTo>
                <a:lnTo>
                  <a:pt x="0" y="35052"/>
                </a:lnTo>
                <a:lnTo>
                  <a:pt x="9140952" y="35052"/>
                </a:lnTo>
                <a:lnTo>
                  <a:pt x="9140952" y="0"/>
                </a:lnTo>
                <a:close/>
              </a:path>
            </a:pathLst>
          </a:custGeom>
          <a:solidFill>
            <a:srgbClr val="76B0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47" y="6588251"/>
            <a:ext cx="9141460" cy="33655"/>
          </a:xfrm>
          <a:custGeom>
            <a:avLst/>
            <a:gdLst/>
            <a:ahLst/>
            <a:cxnLst/>
            <a:rect l="l" t="t" r="r" b="b"/>
            <a:pathLst>
              <a:path w="9141460" h="33654">
                <a:moveTo>
                  <a:pt x="9140952" y="0"/>
                </a:moveTo>
                <a:lnTo>
                  <a:pt x="0" y="0"/>
                </a:lnTo>
                <a:lnTo>
                  <a:pt x="0" y="33528"/>
                </a:lnTo>
                <a:lnTo>
                  <a:pt x="9140952" y="33528"/>
                </a:lnTo>
                <a:lnTo>
                  <a:pt x="9140952" y="0"/>
                </a:lnTo>
                <a:close/>
              </a:path>
            </a:pathLst>
          </a:custGeom>
          <a:solidFill>
            <a:srgbClr val="9FC4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047" y="6632447"/>
            <a:ext cx="9141460" cy="33655"/>
          </a:xfrm>
          <a:custGeom>
            <a:avLst/>
            <a:gdLst/>
            <a:ahLst/>
            <a:cxnLst/>
            <a:rect l="l" t="t" r="r" b="b"/>
            <a:pathLst>
              <a:path w="9141460" h="33654">
                <a:moveTo>
                  <a:pt x="9140952" y="0"/>
                </a:moveTo>
                <a:lnTo>
                  <a:pt x="0" y="0"/>
                </a:lnTo>
                <a:lnTo>
                  <a:pt x="0" y="33527"/>
                </a:lnTo>
                <a:lnTo>
                  <a:pt x="9140952" y="33527"/>
                </a:lnTo>
                <a:lnTo>
                  <a:pt x="9140952" y="0"/>
                </a:lnTo>
                <a:close/>
              </a:path>
            </a:pathLst>
          </a:custGeom>
          <a:solidFill>
            <a:srgbClr val="F3C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047" y="6676643"/>
            <a:ext cx="9141460" cy="33655"/>
          </a:xfrm>
          <a:custGeom>
            <a:avLst/>
            <a:gdLst/>
            <a:ahLst/>
            <a:cxnLst/>
            <a:rect l="l" t="t" r="r" b="b"/>
            <a:pathLst>
              <a:path w="9141460" h="33654">
                <a:moveTo>
                  <a:pt x="9140952" y="0"/>
                </a:moveTo>
                <a:lnTo>
                  <a:pt x="0" y="0"/>
                </a:lnTo>
                <a:lnTo>
                  <a:pt x="0" y="33527"/>
                </a:lnTo>
                <a:lnTo>
                  <a:pt x="9140952" y="33527"/>
                </a:lnTo>
                <a:lnTo>
                  <a:pt x="9140952" y="0"/>
                </a:lnTo>
                <a:close/>
              </a:path>
            </a:pathLst>
          </a:custGeom>
          <a:solidFill>
            <a:srgbClr val="F16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091D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050" y="1641729"/>
            <a:ext cx="8305800" cy="166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DB4C2-2D1F-4878-AA65-908F2C06CC3F}" type="datetime1">
              <a:rPr lang="en-US" smtClean="0"/>
              <a:t>27/3/2026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0600" y="6172200"/>
            <a:ext cx="320675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6482881"/>
            <a:ext cx="9144000" cy="375285"/>
            <a:chOff x="0" y="6482881"/>
            <a:chExt cx="9144000" cy="3752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82881"/>
              <a:ext cx="9144000" cy="375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493764"/>
              <a:ext cx="9144000" cy="364490"/>
            </a:xfrm>
            <a:custGeom>
              <a:avLst/>
              <a:gdLst/>
              <a:ahLst/>
              <a:cxnLst/>
              <a:rect l="l" t="t" r="r" b="b"/>
              <a:pathLst>
                <a:path w="9144000" h="364490">
                  <a:moveTo>
                    <a:pt x="9144000" y="182880"/>
                  </a:moveTo>
                  <a:lnTo>
                    <a:pt x="0" y="182880"/>
                  </a:lnTo>
                  <a:lnTo>
                    <a:pt x="0" y="364236"/>
                  </a:lnTo>
                  <a:lnTo>
                    <a:pt x="9144000" y="364236"/>
                  </a:lnTo>
                  <a:lnTo>
                    <a:pt x="9144000" y="182880"/>
                  </a:lnTo>
                  <a:close/>
                </a:path>
                <a:path w="9144000" h="364490">
                  <a:moveTo>
                    <a:pt x="914400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9144000" y="259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FF5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47" y="6519672"/>
              <a:ext cx="9141460" cy="157480"/>
            </a:xfrm>
            <a:custGeom>
              <a:avLst/>
              <a:gdLst/>
              <a:ahLst/>
              <a:cxnLst/>
              <a:rect l="l" t="t" r="r" b="b"/>
              <a:pathLst>
                <a:path w="9141460" h="157479">
                  <a:moveTo>
                    <a:pt x="9140952" y="0"/>
                  </a:moveTo>
                  <a:lnTo>
                    <a:pt x="0" y="0"/>
                  </a:lnTo>
                  <a:lnTo>
                    <a:pt x="0" y="156971"/>
                  </a:lnTo>
                  <a:lnTo>
                    <a:pt x="9140952" y="156971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7" y="6542532"/>
              <a:ext cx="9141460" cy="35560"/>
            </a:xfrm>
            <a:custGeom>
              <a:avLst/>
              <a:gdLst/>
              <a:ahLst/>
              <a:cxnLst/>
              <a:rect l="l" t="t" r="r" b="b"/>
              <a:pathLst>
                <a:path w="9141460" h="35559">
                  <a:moveTo>
                    <a:pt x="914095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9140952" y="35052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76B0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47" y="6588252"/>
              <a:ext cx="9141460" cy="33655"/>
            </a:xfrm>
            <a:custGeom>
              <a:avLst/>
              <a:gdLst/>
              <a:ahLst/>
              <a:cxnLst/>
              <a:rect l="l" t="t" r="r" b="b"/>
              <a:pathLst>
                <a:path w="9141460" h="33654">
                  <a:moveTo>
                    <a:pt x="9140952" y="0"/>
                  </a:moveTo>
                  <a:lnTo>
                    <a:pt x="0" y="0"/>
                  </a:lnTo>
                  <a:lnTo>
                    <a:pt x="0" y="33528"/>
                  </a:lnTo>
                  <a:lnTo>
                    <a:pt x="9140952" y="33528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9FC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7" y="6632448"/>
              <a:ext cx="9141460" cy="33655"/>
            </a:xfrm>
            <a:custGeom>
              <a:avLst/>
              <a:gdLst/>
              <a:ahLst/>
              <a:cxnLst/>
              <a:rect l="l" t="t" r="r" b="b"/>
              <a:pathLst>
                <a:path w="9141460" h="33654">
                  <a:moveTo>
                    <a:pt x="914095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9140952" y="33527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F3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7" y="6676644"/>
              <a:ext cx="9141460" cy="33655"/>
            </a:xfrm>
            <a:custGeom>
              <a:avLst/>
              <a:gdLst/>
              <a:ahLst/>
              <a:cxnLst/>
              <a:rect l="l" t="t" r="r" b="b"/>
              <a:pathLst>
                <a:path w="9141460" h="33654">
                  <a:moveTo>
                    <a:pt x="914095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9140952" y="33527"/>
                  </a:lnTo>
                  <a:lnTo>
                    <a:pt x="9140952" y="0"/>
                  </a:lnTo>
                  <a:close/>
                </a:path>
              </a:pathLst>
            </a:custGeom>
            <a:solidFill>
              <a:srgbClr val="F16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37561" y="2021594"/>
            <a:ext cx="7510775" cy="1180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295"/>
              </a:lnSpc>
              <a:spcBef>
                <a:spcPts val="100"/>
              </a:spcBef>
            </a:pPr>
            <a:r>
              <a:rPr lang="en-US" sz="6000" dirty="0"/>
              <a:t>SARSA Policy and Its Explanation in Trading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95525" y="5842056"/>
            <a:ext cx="4709160" cy="5982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0D0D"/>
                </a:solidFill>
                <a:latin typeface="Calibri"/>
                <a:cs typeface="Calibri"/>
              </a:rPr>
              <a:t>Presenter:</a:t>
            </a:r>
            <a:r>
              <a:rPr sz="2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lang="en-US" sz="2000" b="1" spc="-20" dirty="0">
                <a:solidFill>
                  <a:srgbClr val="0D0D0D"/>
                </a:solidFill>
                <a:latin typeface="Calibri"/>
                <a:cs typeface="Calibri"/>
              </a:rPr>
              <a:t>Lam Quang Khoi</a:t>
            </a:r>
            <a:endParaRPr lang="en-US" b="1" spc="-65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en-US" b="1" spc="-65" dirty="0">
                <a:latin typeface="Calibri"/>
                <a:cs typeface="Calibri"/>
              </a:rPr>
              <a:t>March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lang="en-US" b="1" spc="-65" dirty="0">
                <a:latin typeface="Calibri"/>
                <a:cs typeface="Calibri"/>
              </a:rPr>
              <a:t>27</a:t>
            </a:r>
            <a:r>
              <a:rPr sz="1800" b="1" baseline="25462" dirty="0">
                <a:latin typeface="Calibri"/>
                <a:cs typeface="Calibri"/>
              </a:rPr>
              <a:t>st</a:t>
            </a:r>
            <a:r>
              <a:rPr sz="1800" b="1" dirty="0">
                <a:latin typeface="Calibri"/>
                <a:cs typeface="Calibri"/>
              </a:rPr>
              <a:t>,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202</a:t>
            </a:r>
            <a:r>
              <a:rPr lang="en-US" sz="1800" b="1" spc="-20" dirty="0"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1459991"/>
            <a:ext cx="329565" cy="449580"/>
          </a:xfrm>
          <a:custGeom>
            <a:avLst/>
            <a:gdLst/>
            <a:ahLst/>
            <a:cxnLst/>
            <a:rect l="l" t="t" r="r" b="b"/>
            <a:pathLst>
              <a:path w="329565" h="449580">
                <a:moveTo>
                  <a:pt x="329184" y="0"/>
                </a:moveTo>
                <a:lnTo>
                  <a:pt x="0" y="0"/>
                </a:lnTo>
                <a:lnTo>
                  <a:pt x="0" y="449579"/>
                </a:lnTo>
                <a:lnTo>
                  <a:pt x="329184" y="449579"/>
                </a:lnTo>
                <a:lnTo>
                  <a:pt x="329184" y="0"/>
                </a:lnTo>
                <a:close/>
              </a:path>
            </a:pathLst>
          </a:custGeom>
          <a:solidFill>
            <a:srgbClr val="76B0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2045207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4" y="0"/>
                </a:moveTo>
                <a:lnTo>
                  <a:pt x="0" y="0"/>
                </a:lnTo>
                <a:lnTo>
                  <a:pt x="0" y="451103"/>
                </a:lnTo>
                <a:lnTo>
                  <a:pt x="329184" y="451103"/>
                </a:lnTo>
                <a:lnTo>
                  <a:pt x="329184" y="0"/>
                </a:lnTo>
                <a:close/>
              </a:path>
            </a:pathLst>
          </a:custGeom>
          <a:solidFill>
            <a:srgbClr val="9FC4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1948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4" y="0"/>
                </a:moveTo>
                <a:lnTo>
                  <a:pt x="0" y="0"/>
                </a:lnTo>
                <a:lnTo>
                  <a:pt x="0" y="451103"/>
                </a:lnTo>
                <a:lnTo>
                  <a:pt x="329184" y="451103"/>
                </a:lnTo>
                <a:lnTo>
                  <a:pt x="329184" y="0"/>
                </a:lnTo>
                <a:close/>
              </a:path>
            </a:pathLst>
          </a:custGeom>
          <a:solidFill>
            <a:srgbClr val="F3C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3217164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4" y="0"/>
                </a:moveTo>
                <a:lnTo>
                  <a:pt x="0" y="0"/>
                </a:lnTo>
                <a:lnTo>
                  <a:pt x="0" y="451104"/>
                </a:lnTo>
                <a:lnTo>
                  <a:pt x="329184" y="451104"/>
                </a:lnTo>
                <a:lnTo>
                  <a:pt x="329184" y="0"/>
                </a:lnTo>
                <a:close/>
              </a:path>
            </a:pathLst>
          </a:custGeom>
          <a:solidFill>
            <a:srgbClr val="F16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14816" y="1459991"/>
            <a:ext cx="329565" cy="449580"/>
          </a:xfrm>
          <a:custGeom>
            <a:avLst/>
            <a:gdLst/>
            <a:ahLst/>
            <a:cxnLst/>
            <a:rect l="l" t="t" r="r" b="b"/>
            <a:pathLst>
              <a:path w="329565" h="449580">
                <a:moveTo>
                  <a:pt x="329183" y="0"/>
                </a:moveTo>
                <a:lnTo>
                  <a:pt x="0" y="0"/>
                </a:lnTo>
                <a:lnTo>
                  <a:pt x="0" y="449579"/>
                </a:lnTo>
                <a:lnTo>
                  <a:pt x="329183" y="449579"/>
                </a:lnTo>
                <a:lnTo>
                  <a:pt x="329183" y="0"/>
                </a:lnTo>
                <a:close/>
              </a:path>
            </a:pathLst>
          </a:custGeom>
          <a:solidFill>
            <a:srgbClr val="76B0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814816" y="2045207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3" y="0"/>
                </a:moveTo>
                <a:lnTo>
                  <a:pt x="0" y="0"/>
                </a:lnTo>
                <a:lnTo>
                  <a:pt x="0" y="451103"/>
                </a:lnTo>
                <a:lnTo>
                  <a:pt x="329183" y="451103"/>
                </a:lnTo>
                <a:lnTo>
                  <a:pt x="329183" y="0"/>
                </a:lnTo>
                <a:close/>
              </a:path>
            </a:pathLst>
          </a:custGeom>
          <a:solidFill>
            <a:srgbClr val="9FC4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814816" y="2631948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3" y="0"/>
                </a:moveTo>
                <a:lnTo>
                  <a:pt x="0" y="0"/>
                </a:lnTo>
                <a:lnTo>
                  <a:pt x="0" y="451103"/>
                </a:lnTo>
                <a:lnTo>
                  <a:pt x="329183" y="451103"/>
                </a:lnTo>
                <a:lnTo>
                  <a:pt x="329183" y="0"/>
                </a:lnTo>
                <a:close/>
              </a:path>
            </a:pathLst>
          </a:custGeom>
          <a:solidFill>
            <a:srgbClr val="F3C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14816" y="3217164"/>
            <a:ext cx="329565" cy="451484"/>
          </a:xfrm>
          <a:custGeom>
            <a:avLst/>
            <a:gdLst/>
            <a:ahLst/>
            <a:cxnLst/>
            <a:rect l="l" t="t" r="r" b="b"/>
            <a:pathLst>
              <a:path w="329565" h="451485">
                <a:moveTo>
                  <a:pt x="329183" y="0"/>
                </a:moveTo>
                <a:lnTo>
                  <a:pt x="0" y="0"/>
                </a:lnTo>
                <a:lnTo>
                  <a:pt x="0" y="451104"/>
                </a:lnTo>
                <a:lnTo>
                  <a:pt x="329183" y="451104"/>
                </a:lnTo>
                <a:lnTo>
                  <a:pt x="329183" y="0"/>
                </a:lnTo>
                <a:close/>
              </a:path>
            </a:pathLst>
          </a:custGeom>
          <a:solidFill>
            <a:srgbClr val="F16C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4801" y="4127543"/>
            <a:ext cx="8556297" cy="128945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Nguy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e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n Ho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ng 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Da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 ∗, L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m Quang Kh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o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i † , Nguy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e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n Qu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o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 Huy† </a:t>
            </a:r>
            <a:endParaRPr lang="en-US" dirty="0"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*Dept. of Information Technology, 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y 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Do College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,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Can </a:t>
            </a:r>
            <a:r>
              <a:rPr lang="en-US" dirty="0" err="1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Tho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City, </a:t>
            </a:r>
            <a:r>
              <a:rPr lang="en-US" dirty="0" err="1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VietNam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</a:t>
            </a:r>
            <a:endParaRPr lang="en-US" dirty="0"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†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Dept. of Information Technology, 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S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i G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o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n</a:t>
            </a:r>
            <a:r>
              <a:rPr lang="en-US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University, Ho Chi Minh City, Viet  Nam</a:t>
            </a:r>
            <a:r>
              <a:rPr lang="vi-VN" dirty="0"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</a:t>
            </a:r>
          </a:p>
          <a:p>
            <a:pPr marR="36195" algn="r">
              <a:lnSpc>
                <a:spcPct val="100000"/>
              </a:lnSpc>
              <a:spcBef>
                <a:spcPts val="575"/>
              </a:spcBef>
            </a:pPr>
            <a:endParaRPr sz="2000" dirty="0">
              <a:latin typeface="Malgun Gothic"/>
              <a:cs typeface="Malgun Gothic"/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FD8D6B17-5A9A-4F7C-9273-D324E1463984}"/>
              </a:ext>
            </a:extLst>
          </p:cNvPr>
          <p:cNvSpPr/>
          <p:nvPr/>
        </p:nvSpPr>
        <p:spPr>
          <a:xfrm>
            <a:off x="3902124" y="486167"/>
            <a:ext cx="1339752" cy="798145"/>
          </a:xfrm>
          <a:custGeom>
            <a:avLst/>
            <a:gdLst/>
            <a:ahLst/>
            <a:cxnLst/>
            <a:rect l="l" t="t" r="r" b="b"/>
            <a:pathLst>
              <a:path w="1765105" h="1157580">
                <a:moveTo>
                  <a:pt x="0" y="0"/>
                </a:moveTo>
                <a:lnTo>
                  <a:pt x="1765105" y="0"/>
                </a:lnTo>
                <a:lnTo>
                  <a:pt x="1765105" y="1157580"/>
                </a:lnTo>
                <a:lnTo>
                  <a:pt x="0" y="115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5AAE536A-504C-4E8D-820F-2E9AB2BC7AB7}"/>
              </a:ext>
            </a:extLst>
          </p:cNvPr>
          <p:cNvSpPr txBox="1"/>
          <p:nvPr/>
        </p:nvSpPr>
        <p:spPr>
          <a:xfrm>
            <a:off x="1010272" y="-185350"/>
            <a:ext cx="7165357" cy="57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9"/>
              </a:lnSpc>
            </a:pPr>
            <a:r>
              <a:rPr lang="en-US" sz="1400" i="1" dirty="0">
                <a:solidFill>
                  <a:srgbClr val="5555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National Conference on Artificial Intelligence 2026 (FJCAI) - Can Tho, 27-28/3/2026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0505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0739" y="1287221"/>
            <a:ext cx="4272280" cy="3910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527685" algn="l"/>
              </a:tabLst>
            </a:pPr>
            <a:r>
              <a:rPr sz="2600" spc="-10" dirty="0">
                <a:latin typeface="Calibri"/>
                <a:cs typeface="Calibri"/>
              </a:rPr>
              <a:t>Introduction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Font typeface="Calibri"/>
              <a:buAutoNum type="arabicPeriod"/>
            </a:pPr>
            <a:endParaRPr sz="26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Related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Works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Font typeface="Calibri"/>
              <a:buAutoNum type="arabicPeriod"/>
            </a:pPr>
            <a:endParaRPr sz="26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Proposed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Methods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buFont typeface="Calibri"/>
              <a:buAutoNum type="arabicPeriod"/>
            </a:pPr>
            <a:endParaRPr sz="26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Experiments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Discussion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Font typeface="Calibri"/>
              <a:buAutoNum type="arabicPeriod"/>
            </a:pPr>
            <a:endParaRPr sz="26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sz="2600" spc="-10" dirty="0">
                <a:latin typeface="Calibri"/>
                <a:cs typeface="Calibri"/>
              </a:rPr>
              <a:t>Conclusion</a:t>
            </a:r>
            <a:endParaRPr sz="26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8434" y="1615058"/>
            <a:ext cx="8307705" cy="320040"/>
            <a:chOff x="378434" y="1615058"/>
            <a:chExt cx="8307705" cy="320040"/>
          </a:xfrm>
        </p:grpSpPr>
        <p:sp>
          <p:nvSpPr>
            <p:cNvPr id="7" name="object 7"/>
            <p:cNvSpPr/>
            <p:nvPr/>
          </p:nvSpPr>
          <p:spPr>
            <a:xfrm>
              <a:off x="726186" y="1756409"/>
              <a:ext cx="7960359" cy="76200"/>
            </a:xfrm>
            <a:custGeom>
              <a:avLst/>
              <a:gdLst/>
              <a:ahLst/>
              <a:cxnLst/>
              <a:rect l="l" t="t" r="r" b="b"/>
              <a:pathLst>
                <a:path w="7960359" h="76200">
                  <a:moveTo>
                    <a:pt x="254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5400" y="50800"/>
                  </a:lnTo>
                  <a:lnTo>
                    <a:pt x="25400" y="25400"/>
                  </a:lnTo>
                  <a:close/>
                </a:path>
                <a:path w="7960359" h="76200">
                  <a:moveTo>
                    <a:pt x="76200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7960359" h="76200">
                  <a:moveTo>
                    <a:pt x="127000" y="25400"/>
                  </a:moveTo>
                  <a:lnTo>
                    <a:pt x="101600" y="25400"/>
                  </a:lnTo>
                  <a:lnTo>
                    <a:pt x="101600" y="50800"/>
                  </a:lnTo>
                  <a:lnTo>
                    <a:pt x="127000" y="50800"/>
                  </a:lnTo>
                  <a:lnTo>
                    <a:pt x="127000" y="25400"/>
                  </a:lnTo>
                  <a:close/>
                </a:path>
                <a:path w="7960359" h="76200">
                  <a:moveTo>
                    <a:pt x="177800" y="25400"/>
                  </a:moveTo>
                  <a:lnTo>
                    <a:pt x="152400" y="25400"/>
                  </a:lnTo>
                  <a:lnTo>
                    <a:pt x="152400" y="50800"/>
                  </a:lnTo>
                  <a:lnTo>
                    <a:pt x="177800" y="50800"/>
                  </a:lnTo>
                  <a:lnTo>
                    <a:pt x="177800" y="25400"/>
                  </a:lnTo>
                  <a:close/>
                </a:path>
                <a:path w="7960359" h="76200">
                  <a:moveTo>
                    <a:pt x="228600" y="25400"/>
                  </a:moveTo>
                  <a:lnTo>
                    <a:pt x="203200" y="25400"/>
                  </a:lnTo>
                  <a:lnTo>
                    <a:pt x="203200" y="50800"/>
                  </a:lnTo>
                  <a:lnTo>
                    <a:pt x="228600" y="50800"/>
                  </a:lnTo>
                  <a:lnTo>
                    <a:pt x="228600" y="25400"/>
                  </a:lnTo>
                  <a:close/>
                </a:path>
                <a:path w="7960359" h="76200">
                  <a:moveTo>
                    <a:pt x="279400" y="25400"/>
                  </a:moveTo>
                  <a:lnTo>
                    <a:pt x="254000" y="25400"/>
                  </a:lnTo>
                  <a:lnTo>
                    <a:pt x="254000" y="50800"/>
                  </a:lnTo>
                  <a:lnTo>
                    <a:pt x="279400" y="50800"/>
                  </a:lnTo>
                  <a:lnTo>
                    <a:pt x="279400" y="25400"/>
                  </a:lnTo>
                  <a:close/>
                </a:path>
                <a:path w="7960359" h="76200">
                  <a:moveTo>
                    <a:pt x="330200" y="25400"/>
                  </a:moveTo>
                  <a:lnTo>
                    <a:pt x="304800" y="25400"/>
                  </a:lnTo>
                  <a:lnTo>
                    <a:pt x="304800" y="50800"/>
                  </a:lnTo>
                  <a:lnTo>
                    <a:pt x="330200" y="50800"/>
                  </a:lnTo>
                  <a:lnTo>
                    <a:pt x="330200" y="25400"/>
                  </a:lnTo>
                  <a:close/>
                </a:path>
                <a:path w="7960359" h="76200">
                  <a:moveTo>
                    <a:pt x="381000" y="25400"/>
                  </a:moveTo>
                  <a:lnTo>
                    <a:pt x="355600" y="25400"/>
                  </a:lnTo>
                  <a:lnTo>
                    <a:pt x="355600" y="50800"/>
                  </a:lnTo>
                  <a:lnTo>
                    <a:pt x="381000" y="50800"/>
                  </a:lnTo>
                  <a:lnTo>
                    <a:pt x="381000" y="25400"/>
                  </a:lnTo>
                  <a:close/>
                </a:path>
                <a:path w="7960359" h="76200">
                  <a:moveTo>
                    <a:pt x="431800" y="25400"/>
                  </a:moveTo>
                  <a:lnTo>
                    <a:pt x="406400" y="25400"/>
                  </a:lnTo>
                  <a:lnTo>
                    <a:pt x="406400" y="50800"/>
                  </a:lnTo>
                  <a:lnTo>
                    <a:pt x="431800" y="50800"/>
                  </a:lnTo>
                  <a:lnTo>
                    <a:pt x="431800" y="25400"/>
                  </a:lnTo>
                  <a:close/>
                </a:path>
                <a:path w="7960359" h="76200">
                  <a:moveTo>
                    <a:pt x="482600" y="25400"/>
                  </a:moveTo>
                  <a:lnTo>
                    <a:pt x="457200" y="25400"/>
                  </a:lnTo>
                  <a:lnTo>
                    <a:pt x="457200" y="50800"/>
                  </a:lnTo>
                  <a:lnTo>
                    <a:pt x="482600" y="50800"/>
                  </a:lnTo>
                  <a:lnTo>
                    <a:pt x="482600" y="25400"/>
                  </a:lnTo>
                  <a:close/>
                </a:path>
                <a:path w="7960359" h="76200">
                  <a:moveTo>
                    <a:pt x="533400" y="25400"/>
                  </a:moveTo>
                  <a:lnTo>
                    <a:pt x="508000" y="25400"/>
                  </a:lnTo>
                  <a:lnTo>
                    <a:pt x="508000" y="50800"/>
                  </a:lnTo>
                  <a:lnTo>
                    <a:pt x="533400" y="50800"/>
                  </a:lnTo>
                  <a:lnTo>
                    <a:pt x="533400" y="25400"/>
                  </a:lnTo>
                  <a:close/>
                </a:path>
                <a:path w="7960359" h="76200">
                  <a:moveTo>
                    <a:pt x="584200" y="25400"/>
                  </a:moveTo>
                  <a:lnTo>
                    <a:pt x="558800" y="25400"/>
                  </a:lnTo>
                  <a:lnTo>
                    <a:pt x="558800" y="50800"/>
                  </a:lnTo>
                  <a:lnTo>
                    <a:pt x="584200" y="50800"/>
                  </a:lnTo>
                  <a:lnTo>
                    <a:pt x="584200" y="25400"/>
                  </a:lnTo>
                  <a:close/>
                </a:path>
                <a:path w="7960359" h="76200">
                  <a:moveTo>
                    <a:pt x="635000" y="25400"/>
                  </a:moveTo>
                  <a:lnTo>
                    <a:pt x="609600" y="25400"/>
                  </a:lnTo>
                  <a:lnTo>
                    <a:pt x="609600" y="50800"/>
                  </a:lnTo>
                  <a:lnTo>
                    <a:pt x="635000" y="50800"/>
                  </a:lnTo>
                  <a:lnTo>
                    <a:pt x="635000" y="25400"/>
                  </a:lnTo>
                  <a:close/>
                </a:path>
                <a:path w="7960359" h="76200">
                  <a:moveTo>
                    <a:pt x="685800" y="25400"/>
                  </a:moveTo>
                  <a:lnTo>
                    <a:pt x="660400" y="25400"/>
                  </a:lnTo>
                  <a:lnTo>
                    <a:pt x="660400" y="50800"/>
                  </a:lnTo>
                  <a:lnTo>
                    <a:pt x="685800" y="50800"/>
                  </a:lnTo>
                  <a:lnTo>
                    <a:pt x="685800" y="25400"/>
                  </a:lnTo>
                  <a:close/>
                </a:path>
                <a:path w="7960359" h="76200">
                  <a:moveTo>
                    <a:pt x="736600" y="25400"/>
                  </a:moveTo>
                  <a:lnTo>
                    <a:pt x="711200" y="25400"/>
                  </a:lnTo>
                  <a:lnTo>
                    <a:pt x="711200" y="50800"/>
                  </a:lnTo>
                  <a:lnTo>
                    <a:pt x="736600" y="50800"/>
                  </a:lnTo>
                  <a:lnTo>
                    <a:pt x="736600" y="25400"/>
                  </a:lnTo>
                  <a:close/>
                </a:path>
                <a:path w="7960359" h="76200">
                  <a:moveTo>
                    <a:pt x="787400" y="25400"/>
                  </a:moveTo>
                  <a:lnTo>
                    <a:pt x="762000" y="25400"/>
                  </a:lnTo>
                  <a:lnTo>
                    <a:pt x="762000" y="50800"/>
                  </a:lnTo>
                  <a:lnTo>
                    <a:pt x="787400" y="50800"/>
                  </a:lnTo>
                  <a:lnTo>
                    <a:pt x="787400" y="25400"/>
                  </a:lnTo>
                  <a:close/>
                </a:path>
                <a:path w="7960359" h="76200">
                  <a:moveTo>
                    <a:pt x="838200" y="25400"/>
                  </a:moveTo>
                  <a:lnTo>
                    <a:pt x="812800" y="25400"/>
                  </a:lnTo>
                  <a:lnTo>
                    <a:pt x="812800" y="50800"/>
                  </a:lnTo>
                  <a:lnTo>
                    <a:pt x="838200" y="50800"/>
                  </a:lnTo>
                  <a:lnTo>
                    <a:pt x="838200" y="25400"/>
                  </a:lnTo>
                  <a:close/>
                </a:path>
                <a:path w="7960359" h="76200">
                  <a:moveTo>
                    <a:pt x="889000" y="25400"/>
                  </a:moveTo>
                  <a:lnTo>
                    <a:pt x="863600" y="25400"/>
                  </a:lnTo>
                  <a:lnTo>
                    <a:pt x="863600" y="50800"/>
                  </a:lnTo>
                  <a:lnTo>
                    <a:pt x="889000" y="50800"/>
                  </a:lnTo>
                  <a:lnTo>
                    <a:pt x="889000" y="25400"/>
                  </a:lnTo>
                  <a:close/>
                </a:path>
                <a:path w="7960359" h="76200">
                  <a:moveTo>
                    <a:pt x="939800" y="25400"/>
                  </a:moveTo>
                  <a:lnTo>
                    <a:pt x="914400" y="25400"/>
                  </a:lnTo>
                  <a:lnTo>
                    <a:pt x="914400" y="50800"/>
                  </a:lnTo>
                  <a:lnTo>
                    <a:pt x="939800" y="50800"/>
                  </a:lnTo>
                  <a:lnTo>
                    <a:pt x="939800" y="25400"/>
                  </a:lnTo>
                  <a:close/>
                </a:path>
                <a:path w="7960359" h="76200">
                  <a:moveTo>
                    <a:pt x="990600" y="25400"/>
                  </a:moveTo>
                  <a:lnTo>
                    <a:pt x="965200" y="25400"/>
                  </a:lnTo>
                  <a:lnTo>
                    <a:pt x="965200" y="50800"/>
                  </a:lnTo>
                  <a:lnTo>
                    <a:pt x="990600" y="50800"/>
                  </a:lnTo>
                  <a:lnTo>
                    <a:pt x="990600" y="25400"/>
                  </a:lnTo>
                  <a:close/>
                </a:path>
                <a:path w="7960359" h="76200">
                  <a:moveTo>
                    <a:pt x="1041400" y="25400"/>
                  </a:moveTo>
                  <a:lnTo>
                    <a:pt x="1016000" y="25400"/>
                  </a:lnTo>
                  <a:lnTo>
                    <a:pt x="1016000" y="50800"/>
                  </a:lnTo>
                  <a:lnTo>
                    <a:pt x="1041400" y="50800"/>
                  </a:lnTo>
                  <a:lnTo>
                    <a:pt x="1041400" y="25400"/>
                  </a:lnTo>
                  <a:close/>
                </a:path>
                <a:path w="7960359" h="76200">
                  <a:moveTo>
                    <a:pt x="1092200" y="25400"/>
                  </a:moveTo>
                  <a:lnTo>
                    <a:pt x="1066800" y="25400"/>
                  </a:lnTo>
                  <a:lnTo>
                    <a:pt x="1066800" y="50800"/>
                  </a:lnTo>
                  <a:lnTo>
                    <a:pt x="1092200" y="50800"/>
                  </a:lnTo>
                  <a:lnTo>
                    <a:pt x="1092200" y="25400"/>
                  </a:lnTo>
                  <a:close/>
                </a:path>
                <a:path w="7960359" h="76200">
                  <a:moveTo>
                    <a:pt x="1143000" y="25400"/>
                  </a:moveTo>
                  <a:lnTo>
                    <a:pt x="1117600" y="25400"/>
                  </a:lnTo>
                  <a:lnTo>
                    <a:pt x="1117600" y="50800"/>
                  </a:lnTo>
                  <a:lnTo>
                    <a:pt x="1143000" y="50800"/>
                  </a:lnTo>
                  <a:lnTo>
                    <a:pt x="1143000" y="25400"/>
                  </a:lnTo>
                  <a:close/>
                </a:path>
                <a:path w="7960359" h="76200">
                  <a:moveTo>
                    <a:pt x="1193800" y="25400"/>
                  </a:moveTo>
                  <a:lnTo>
                    <a:pt x="1168400" y="25400"/>
                  </a:lnTo>
                  <a:lnTo>
                    <a:pt x="1168400" y="50800"/>
                  </a:lnTo>
                  <a:lnTo>
                    <a:pt x="1193800" y="50800"/>
                  </a:lnTo>
                  <a:lnTo>
                    <a:pt x="1193800" y="25400"/>
                  </a:lnTo>
                  <a:close/>
                </a:path>
                <a:path w="7960359" h="76200">
                  <a:moveTo>
                    <a:pt x="1244600" y="25400"/>
                  </a:moveTo>
                  <a:lnTo>
                    <a:pt x="1219200" y="25400"/>
                  </a:lnTo>
                  <a:lnTo>
                    <a:pt x="1219200" y="50800"/>
                  </a:lnTo>
                  <a:lnTo>
                    <a:pt x="1244600" y="50800"/>
                  </a:lnTo>
                  <a:lnTo>
                    <a:pt x="1244600" y="25400"/>
                  </a:lnTo>
                  <a:close/>
                </a:path>
                <a:path w="7960359" h="76200">
                  <a:moveTo>
                    <a:pt x="1295400" y="25400"/>
                  </a:moveTo>
                  <a:lnTo>
                    <a:pt x="1270000" y="25400"/>
                  </a:lnTo>
                  <a:lnTo>
                    <a:pt x="1270000" y="50800"/>
                  </a:lnTo>
                  <a:lnTo>
                    <a:pt x="1295400" y="50800"/>
                  </a:lnTo>
                  <a:lnTo>
                    <a:pt x="1295400" y="25400"/>
                  </a:lnTo>
                  <a:close/>
                </a:path>
                <a:path w="7960359" h="76200">
                  <a:moveTo>
                    <a:pt x="1346200" y="25400"/>
                  </a:moveTo>
                  <a:lnTo>
                    <a:pt x="1320800" y="25400"/>
                  </a:lnTo>
                  <a:lnTo>
                    <a:pt x="1320800" y="50800"/>
                  </a:lnTo>
                  <a:lnTo>
                    <a:pt x="1346200" y="50800"/>
                  </a:lnTo>
                  <a:lnTo>
                    <a:pt x="1346200" y="25400"/>
                  </a:lnTo>
                  <a:close/>
                </a:path>
                <a:path w="7960359" h="76200">
                  <a:moveTo>
                    <a:pt x="1397000" y="25400"/>
                  </a:moveTo>
                  <a:lnTo>
                    <a:pt x="1371600" y="25400"/>
                  </a:lnTo>
                  <a:lnTo>
                    <a:pt x="1371600" y="50800"/>
                  </a:lnTo>
                  <a:lnTo>
                    <a:pt x="1397000" y="50800"/>
                  </a:lnTo>
                  <a:lnTo>
                    <a:pt x="1397000" y="25400"/>
                  </a:lnTo>
                  <a:close/>
                </a:path>
                <a:path w="7960359" h="76200">
                  <a:moveTo>
                    <a:pt x="1447800" y="25400"/>
                  </a:moveTo>
                  <a:lnTo>
                    <a:pt x="1422400" y="25400"/>
                  </a:lnTo>
                  <a:lnTo>
                    <a:pt x="1422400" y="50800"/>
                  </a:lnTo>
                  <a:lnTo>
                    <a:pt x="1447800" y="50800"/>
                  </a:lnTo>
                  <a:lnTo>
                    <a:pt x="1447800" y="25400"/>
                  </a:lnTo>
                  <a:close/>
                </a:path>
                <a:path w="7960359" h="76200">
                  <a:moveTo>
                    <a:pt x="1498600" y="25400"/>
                  </a:moveTo>
                  <a:lnTo>
                    <a:pt x="1473200" y="25400"/>
                  </a:lnTo>
                  <a:lnTo>
                    <a:pt x="1473200" y="50800"/>
                  </a:lnTo>
                  <a:lnTo>
                    <a:pt x="1498600" y="50800"/>
                  </a:lnTo>
                  <a:lnTo>
                    <a:pt x="1498600" y="25400"/>
                  </a:lnTo>
                  <a:close/>
                </a:path>
                <a:path w="7960359" h="76200">
                  <a:moveTo>
                    <a:pt x="1549400" y="25400"/>
                  </a:moveTo>
                  <a:lnTo>
                    <a:pt x="1524000" y="25400"/>
                  </a:lnTo>
                  <a:lnTo>
                    <a:pt x="1524000" y="50800"/>
                  </a:lnTo>
                  <a:lnTo>
                    <a:pt x="1549400" y="50800"/>
                  </a:lnTo>
                  <a:lnTo>
                    <a:pt x="1549400" y="25400"/>
                  </a:lnTo>
                  <a:close/>
                </a:path>
                <a:path w="7960359" h="76200">
                  <a:moveTo>
                    <a:pt x="1600200" y="25400"/>
                  </a:moveTo>
                  <a:lnTo>
                    <a:pt x="1574800" y="25400"/>
                  </a:lnTo>
                  <a:lnTo>
                    <a:pt x="1574800" y="50800"/>
                  </a:lnTo>
                  <a:lnTo>
                    <a:pt x="1600200" y="50800"/>
                  </a:lnTo>
                  <a:lnTo>
                    <a:pt x="1600200" y="25400"/>
                  </a:lnTo>
                  <a:close/>
                </a:path>
                <a:path w="7960359" h="76200">
                  <a:moveTo>
                    <a:pt x="1651000" y="25400"/>
                  </a:moveTo>
                  <a:lnTo>
                    <a:pt x="1625600" y="25400"/>
                  </a:lnTo>
                  <a:lnTo>
                    <a:pt x="1625600" y="50800"/>
                  </a:lnTo>
                  <a:lnTo>
                    <a:pt x="1651000" y="50800"/>
                  </a:lnTo>
                  <a:lnTo>
                    <a:pt x="1651000" y="25400"/>
                  </a:lnTo>
                  <a:close/>
                </a:path>
                <a:path w="7960359" h="76200">
                  <a:moveTo>
                    <a:pt x="1701800" y="25400"/>
                  </a:moveTo>
                  <a:lnTo>
                    <a:pt x="1676400" y="25400"/>
                  </a:lnTo>
                  <a:lnTo>
                    <a:pt x="1676400" y="50800"/>
                  </a:lnTo>
                  <a:lnTo>
                    <a:pt x="1701800" y="50800"/>
                  </a:lnTo>
                  <a:lnTo>
                    <a:pt x="1701800" y="25400"/>
                  </a:lnTo>
                  <a:close/>
                </a:path>
                <a:path w="7960359" h="76200">
                  <a:moveTo>
                    <a:pt x="1752600" y="25400"/>
                  </a:moveTo>
                  <a:lnTo>
                    <a:pt x="1727200" y="25400"/>
                  </a:lnTo>
                  <a:lnTo>
                    <a:pt x="1727200" y="50800"/>
                  </a:lnTo>
                  <a:lnTo>
                    <a:pt x="1752600" y="50800"/>
                  </a:lnTo>
                  <a:lnTo>
                    <a:pt x="1752600" y="25400"/>
                  </a:lnTo>
                  <a:close/>
                </a:path>
                <a:path w="7960359" h="76200">
                  <a:moveTo>
                    <a:pt x="1803400" y="25400"/>
                  </a:moveTo>
                  <a:lnTo>
                    <a:pt x="1778000" y="25400"/>
                  </a:lnTo>
                  <a:lnTo>
                    <a:pt x="1778000" y="50800"/>
                  </a:lnTo>
                  <a:lnTo>
                    <a:pt x="1803400" y="50800"/>
                  </a:lnTo>
                  <a:lnTo>
                    <a:pt x="1803400" y="25400"/>
                  </a:lnTo>
                  <a:close/>
                </a:path>
                <a:path w="7960359" h="76200">
                  <a:moveTo>
                    <a:pt x="1854200" y="25400"/>
                  </a:moveTo>
                  <a:lnTo>
                    <a:pt x="1828800" y="25400"/>
                  </a:lnTo>
                  <a:lnTo>
                    <a:pt x="1828800" y="50800"/>
                  </a:lnTo>
                  <a:lnTo>
                    <a:pt x="1854200" y="50800"/>
                  </a:lnTo>
                  <a:lnTo>
                    <a:pt x="1854200" y="25400"/>
                  </a:lnTo>
                  <a:close/>
                </a:path>
                <a:path w="7960359" h="76200">
                  <a:moveTo>
                    <a:pt x="1905000" y="25400"/>
                  </a:moveTo>
                  <a:lnTo>
                    <a:pt x="1879600" y="25400"/>
                  </a:lnTo>
                  <a:lnTo>
                    <a:pt x="1879600" y="50800"/>
                  </a:lnTo>
                  <a:lnTo>
                    <a:pt x="1905000" y="50800"/>
                  </a:lnTo>
                  <a:lnTo>
                    <a:pt x="1905000" y="25400"/>
                  </a:lnTo>
                  <a:close/>
                </a:path>
                <a:path w="7960359" h="76200">
                  <a:moveTo>
                    <a:pt x="1955800" y="25400"/>
                  </a:moveTo>
                  <a:lnTo>
                    <a:pt x="1930400" y="25400"/>
                  </a:lnTo>
                  <a:lnTo>
                    <a:pt x="1930400" y="50800"/>
                  </a:lnTo>
                  <a:lnTo>
                    <a:pt x="1955800" y="50800"/>
                  </a:lnTo>
                  <a:lnTo>
                    <a:pt x="1955800" y="25400"/>
                  </a:lnTo>
                  <a:close/>
                </a:path>
                <a:path w="7960359" h="76200">
                  <a:moveTo>
                    <a:pt x="2006600" y="25400"/>
                  </a:moveTo>
                  <a:lnTo>
                    <a:pt x="1981200" y="25400"/>
                  </a:lnTo>
                  <a:lnTo>
                    <a:pt x="1981200" y="50800"/>
                  </a:lnTo>
                  <a:lnTo>
                    <a:pt x="2006600" y="50800"/>
                  </a:lnTo>
                  <a:lnTo>
                    <a:pt x="2006600" y="25400"/>
                  </a:lnTo>
                  <a:close/>
                </a:path>
                <a:path w="7960359" h="76200">
                  <a:moveTo>
                    <a:pt x="2057400" y="25400"/>
                  </a:moveTo>
                  <a:lnTo>
                    <a:pt x="2032000" y="25400"/>
                  </a:lnTo>
                  <a:lnTo>
                    <a:pt x="2032000" y="50800"/>
                  </a:lnTo>
                  <a:lnTo>
                    <a:pt x="2057400" y="50800"/>
                  </a:lnTo>
                  <a:lnTo>
                    <a:pt x="2057400" y="25400"/>
                  </a:lnTo>
                  <a:close/>
                </a:path>
                <a:path w="7960359" h="76200">
                  <a:moveTo>
                    <a:pt x="2108200" y="25400"/>
                  </a:moveTo>
                  <a:lnTo>
                    <a:pt x="2082800" y="25400"/>
                  </a:lnTo>
                  <a:lnTo>
                    <a:pt x="2082800" y="50800"/>
                  </a:lnTo>
                  <a:lnTo>
                    <a:pt x="2108200" y="50800"/>
                  </a:lnTo>
                  <a:lnTo>
                    <a:pt x="2108200" y="25400"/>
                  </a:lnTo>
                  <a:close/>
                </a:path>
                <a:path w="7960359" h="76200">
                  <a:moveTo>
                    <a:pt x="2159000" y="25400"/>
                  </a:moveTo>
                  <a:lnTo>
                    <a:pt x="2133600" y="25400"/>
                  </a:lnTo>
                  <a:lnTo>
                    <a:pt x="2133600" y="50800"/>
                  </a:lnTo>
                  <a:lnTo>
                    <a:pt x="2159000" y="50800"/>
                  </a:lnTo>
                  <a:lnTo>
                    <a:pt x="2159000" y="25400"/>
                  </a:lnTo>
                  <a:close/>
                </a:path>
                <a:path w="7960359" h="76200">
                  <a:moveTo>
                    <a:pt x="2209800" y="25400"/>
                  </a:moveTo>
                  <a:lnTo>
                    <a:pt x="2184400" y="25400"/>
                  </a:lnTo>
                  <a:lnTo>
                    <a:pt x="2184400" y="50800"/>
                  </a:lnTo>
                  <a:lnTo>
                    <a:pt x="2209800" y="50800"/>
                  </a:lnTo>
                  <a:lnTo>
                    <a:pt x="2209800" y="25400"/>
                  </a:lnTo>
                  <a:close/>
                </a:path>
                <a:path w="7960359" h="76200">
                  <a:moveTo>
                    <a:pt x="2260600" y="25400"/>
                  </a:moveTo>
                  <a:lnTo>
                    <a:pt x="2235200" y="25400"/>
                  </a:lnTo>
                  <a:lnTo>
                    <a:pt x="2235200" y="50800"/>
                  </a:lnTo>
                  <a:lnTo>
                    <a:pt x="2260600" y="50800"/>
                  </a:lnTo>
                  <a:lnTo>
                    <a:pt x="2260600" y="25400"/>
                  </a:lnTo>
                  <a:close/>
                </a:path>
                <a:path w="7960359" h="76200">
                  <a:moveTo>
                    <a:pt x="2311400" y="25400"/>
                  </a:moveTo>
                  <a:lnTo>
                    <a:pt x="2286000" y="254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25400"/>
                  </a:lnTo>
                  <a:close/>
                </a:path>
                <a:path w="7960359" h="76200">
                  <a:moveTo>
                    <a:pt x="2362200" y="25400"/>
                  </a:moveTo>
                  <a:lnTo>
                    <a:pt x="2336800" y="25400"/>
                  </a:lnTo>
                  <a:lnTo>
                    <a:pt x="2336800" y="50800"/>
                  </a:lnTo>
                  <a:lnTo>
                    <a:pt x="2362200" y="50800"/>
                  </a:lnTo>
                  <a:lnTo>
                    <a:pt x="2362200" y="25400"/>
                  </a:lnTo>
                  <a:close/>
                </a:path>
                <a:path w="7960359" h="76200">
                  <a:moveTo>
                    <a:pt x="2413000" y="25400"/>
                  </a:moveTo>
                  <a:lnTo>
                    <a:pt x="2387600" y="25400"/>
                  </a:lnTo>
                  <a:lnTo>
                    <a:pt x="2387600" y="50800"/>
                  </a:lnTo>
                  <a:lnTo>
                    <a:pt x="2413000" y="50800"/>
                  </a:lnTo>
                  <a:lnTo>
                    <a:pt x="2413000" y="25400"/>
                  </a:lnTo>
                  <a:close/>
                </a:path>
                <a:path w="7960359" h="76200">
                  <a:moveTo>
                    <a:pt x="2463800" y="25400"/>
                  </a:moveTo>
                  <a:lnTo>
                    <a:pt x="2438400" y="25400"/>
                  </a:lnTo>
                  <a:lnTo>
                    <a:pt x="2438400" y="50800"/>
                  </a:lnTo>
                  <a:lnTo>
                    <a:pt x="2463800" y="50800"/>
                  </a:lnTo>
                  <a:lnTo>
                    <a:pt x="2463800" y="25400"/>
                  </a:lnTo>
                  <a:close/>
                </a:path>
                <a:path w="7960359" h="76200">
                  <a:moveTo>
                    <a:pt x="2514600" y="25400"/>
                  </a:moveTo>
                  <a:lnTo>
                    <a:pt x="2489200" y="25400"/>
                  </a:lnTo>
                  <a:lnTo>
                    <a:pt x="2489200" y="50800"/>
                  </a:lnTo>
                  <a:lnTo>
                    <a:pt x="2514600" y="50800"/>
                  </a:lnTo>
                  <a:lnTo>
                    <a:pt x="2514600" y="25400"/>
                  </a:lnTo>
                  <a:close/>
                </a:path>
                <a:path w="7960359" h="76200">
                  <a:moveTo>
                    <a:pt x="2565400" y="25400"/>
                  </a:moveTo>
                  <a:lnTo>
                    <a:pt x="2540000" y="25400"/>
                  </a:lnTo>
                  <a:lnTo>
                    <a:pt x="25400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7960359" h="76200">
                  <a:moveTo>
                    <a:pt x="2616200" y="25400"/>
                  </a:moveTo>
                  <a:lnTo>
                    <a:pt x="2590800" y="25400"/>
                  </a:lnTo>
                  <a:lnTo>
                    <a:pt x="2590800" y="50800"/>
                  </a:lnTo>
                  <a:lnTo>
                    <a:pt x="2616200" y="50800"/>
                  </a:lnTo>
                  <a:lnTo>
                    <a:pt x="2616200" y="25400"/>
                  </a:lnTo>
                  <a:close/>
                </a:path>
                <a:path w="7960359" h="76200">
                  <a:moveTo>
                    <a:pt x="2667000" y="25400"/>
                  </a:moveTo>
                  <a:lnTo>
                    <a:pt x="2641600" y="25400"/>
                  </a:lnTo>
                  <a:lnTo>
                    <a:pt x="2641600" y="50800"/>
                  </a:lnTo>
                  <a:lnTo>
                    <a:pt x="2667000" y="50800"/>
                  </a:lnTo>
                  <a:lnTo>
                    <a:pt x="2667000" y="25400"/>
                  </a:lnTo>
                  <a:close/>
                </a:path>
                <a:path w="7960359" h="76200">
                  <a:moveTo>
                    <a:pt x="2717800" y="25400"/>
                  </a:moveTo>
                  <a:lnTo>
                    <a:pt x="2692400" y="25400"/>
                  </a:lnTo>
                  <a:lnTo>
                    <a:pt x="2692400" y="50800"/>
                  </a:lnTo>
                  <a:lnTo>
                    <a:pt x="2717800" y="50800"/>
                  </a:lnTo>
                  <a:lnTo>
                    <a:pt x="2717800" y="25400"/>
                  </a:lnTo>
                  <a:close/>
                </a:path>
                <a:path w="7960359" h="76200">
                  <a:moveTo>
                    <a:pt x="2768600" y="25400"/>
                  </a:moveTo>
                  <a:lnTo>
                    <a:pt x="2743200" y="25400"/>
                  </a:lnTo>
                  <a:lnTo>
                    <a:pt x="2743200" y="50800"/>
                  </a:lnTo>
                  <a:lnTo>
                    <a:pt x="2768600" y="50800"/>
                  </a:lnTo>
                  <a:lnTo>
                    <a:pt x="2768600" y="25400"/>
                  </a:lnTo>
                  <a:close/>
                </a:path>
                <a:path w="7960359" h="76200">
                  <a:moveTo>
                    <a:pt x="2819400" y="25400"/>
                  </a:moveTo>
                  <a:lnTo>
                    <a:pt x="2794000" y="25400"/>
                  </a:lnTo>
                  <a:lnTo>
                    <a:pt x="2794000" y="50800"/>
                  </a:lnTo>
                  <a:lnTo>
                    <a:pt x="2819400" y="50800"/>
                  </a:lnTo>
                  <a:lnTo>
                    <a:pt x="2819400" y="25400"/>
                  </a:lnTo>
                  <a:close/>
                </a:path>
                <a:path w="7960359" h="76200">
                  <a:moveTo>
                    <a:pt x="2870200" y="25400"/>
                  </a:moveTo>
                  <a:lnTo>
                    <a:pt x="2844800" y="25400"/>
                  </a:lnTo>
                  <a:lnTo>
                    <a:pt x="2844800" y="50800"/>
                  </a:lnTo>
                  <a:lnTo>
                    <a:pt x="2870200" y="50800"/>
                  </a:lnTo>
                  <a:lnTo>
                    <a:pt x="2870200" y="25400"/>
                  </a:lnTo>
                  <a:close/>
                </a:path>
                <a:path w="7960359" h="76200">
                  <a:moveTo>
                    <a:pt x="2921000" y="25400"/>
                  </a:moveTo>
                  <a:lnTo>
                    <a:pt x="2895600" y="25400"/>
                  </a:lnTo>
                  <a:lnTo>
                    <a:pt x="2895600" y="50800"/>
                  </a:lnTo>
                  <a:lnTo>
                    <a:pt x="2921000" y="50800"/>
                  </a:lnTo>
                  <a:lnTo>
                    <a:pt x="2921000" y="25400"/>
                  </a:lnTo>
                  <a:close/>
                </a:path>
                <a:path w="7960359" h="76200">
                  <a:moveTo>
                    <a:pt x="2971800" y="25400"/>
                  </a:moveTo>
                  <a:lnTo>
                    <a:pt x="2946400" y="25400"/>
                  </a:lnTo>
                  <a:lnTo>
                    <a:pt x="2946400" y="50800"/>
                  </a:lnTo>
                  <a:lnTo>
                    <a:pt x="2971800" y="50800"/>
                  </a:lnTo>
                  <a:lnTo>
                    <a:pt x="2971800" y="25400"/>
                  </a:lnTo>
                  <a:close/>
                </a:path>
                <a:path w="7960359" h="76200">
                  <a:moveTo>
                    <a:pt x="3022600" y="25400"/>
                  </a:moveTo>
                  <a:lnTo>
                    <a:pt x="2997200" y="25400"/>
                  </a:lnTo>
                  <a:lnTo>
                    <a:pt x="2997200" y="50800"/>
                  </a:lnTo>
                  <a:lnTo>
                    <a:pt x="3022600" y="50800"/>
                  </a:lnTo>
                  <a:lnTo>
                    <a:pt x="3022600" y="25400"/>
                  </a:lnTo>
                  <a:close/>
                </a:path>
                <a:path w="7960359" h="76200">
                  <a:moveTo>
                    <a:pt x="3073400" y="25400"/>
                  </a:moveTo>
                  <a:lnTo>
                    <a:pt x="3048000" y="25400"/>
                  </a:lnTo>
                  <a:lnTo>
                    <a:pt x="3048000" y="50800"/>
                  </a:lnTo>
                  <a:lnTo>
                    <a:pt x="3073400" y="50800"/>
                  </a:lnTo>
                  <a:lnTo>
                    <a:pt x="3073400" y="25400"/>
                  </a:lnTo>
                  <a:close/>
                </a:path>
                <a:path w="7960359" h="76200">
                  <a:moveTo>
                    <a:pt x="3124200" y="25400"/>
                  </a:moveTo>
                  <a:lnTo>
                    <a:pt x="3098800" y="25400"/>
                  </a:lnTo>
                  <a:lnTo>
                    <a:pt x="3098800" y="50800"/>
                  </a:lnTo>
                  <a:lnTo>
                    <a:pt x="3124200" y="50800"/>
                  </a:lnTo>
                  <a:lnTo>
                    <a:pt x="3124200" y="25400"/>
                  </a:lnTo>
                  <a:close/>
                </a:path>
                <a:path w="7960359" h="76200">
                  <a:moveTo>
                    <a:pt x="3175000" y="25400"/>
                  </a:moveTo>
                  <a:lnTo>
                    <a:pt x="3149600" y="25400"/>
                  </a:lnTo>
                  <a:lnTo>
                    <a:pt x="3149600" y="50800"/>
                  </a:lnTo>
                  <a:lnTo>
                    <a:pt x="3175000" y="50800"/>
                  </a:lnTo>
                  <a:lnTo>
                    <a:pt x="3175000" y="25400"/>
                  </a:lnTo>
                  <a:close/>
                </a:path>
                <a:path w="7960359" h="76200">
                  <a:moveTo>
                    <a:pt x="3225800" y="25400"/>
                  </a:moveTo>
                  <a:lnTo>
                    <a:pt x="3200400" y="25400"/>
                  </a:lnTo>
                  <a:lnTo>
                    <a:pt x="3200400" y="50800"/>
                  </a:lnTo>
                  <a:lnTo>
                    <a:pt x="3225800" y="50800"/>
                  </a:lnTo>
                  <a:lnTo>
                    <a:pt x="3225800" y="25400"/>
                  </a:lnTo>
                  <a:close/>
                </a:path>
                <a:path w="7960359" h="76200">
                  <a:moveTo>
                    <a:pt x="3276600" y="25400"/>
                  </a:moveTo>
                  <a:lnTo>
                    <a:pt x="3251200" y="25400"/>
                  </a:lnTo>
                  <a:lnTo>
                    <a:pt x="3251200" y="50800"/>
                  </a:lnTo>
                  <a:lnTo>
                    <a:pt x="3276600" y="50800"/>
                  </a:lnTo>
                  <a:lnTo>
                    <a:pt x="3276600" y="25400"/>
                  </a:lnTo>
                  <a:close/>
                </a:path>
                <a:path w="7960359" h="76200">
                  <a:moveTo>
                    <a:pt x="3327400" y="25400"/>
                  </a:moveTo>
                  <a:lnTo>
                    <a:pt x="3302000" y="25400"/>
                  </a:lnTo>
                  <a:lnTo>
                    <a:pt x="3302000" y="50800"/>
                  </a:lnTo>
                  <a:lnTo>
                    <a:pt x="3327400" y="50800"/>
                  </a:lnTo>
                  <a:lnTo>
                    <a:pt x="3327400" y="25400"/>
                  </a:lnTo>
                  <a:close/>
                </a:path>
                <a:path w="7960359" h="76200">
                  <a:moveTo>
                    <a:pt x="3378200" y="25400"/>
                  </a:moveTo>
                  <a:lnTo>
                    <a:pt x="3352800" y="25400"/>
                  </a:lnTo>
                  <a:lnTo>
                    <a:pt x="3352800" y="50800"/>
                  </a:lnTo>
                  <a:lnTo>
                    <a:pt x="3378200" y="50800"/>
                  </a:lnTo>
                  <a:lnTo>
                    <a:pt x="3378200" y="25400"/>
                  </a:lnTo>
                  <a:close/>
                </a:path>
                <a:path w="7960359" h="76200">
                  <a:moveTo>
                    <a:pt x="3429000" y="25400"/>
                  </a:moveTo>
                  <a:lnTo>
                    <a:pt x="3403600" y="25400"/>
                  </a:lnTo>
                  <a:lnTo>
                    <a:pt x="3403600" y="50800"/>
                  </a:lnTo>
                  <a:lnTo>
                    <a:pt x="3429000" y="50800"/>
                  </a:lnTo>
                  <a:lnTo>
                    <a:pt x="3429000" y="25400"/>
                  </a:lnTo>
                  <a:close/>
                </a:path>
                <a:path w="7960359" h="76200">
                  <a:moveTo>
                    <a:pt x="3479800" y="25400"/>
                  </a:moveTo>
                  <a:lnTo>
                    <a:pt x="3454400" y="25400"/>
                  </a:lnTo>
                  <a:lnTo>
                    <a:pt x="3454400" y="50800"/>
                  </a:lnTo>
                  <a:lnTo>
                    <a:pt x="3479800" y="50800"/>
                  </a:lnTo>
                  <a:lnTo>
                    <a:pt x="3479800" y="25400"/>
                  </a:lnTo>
                  <a:close/>
                </a:path>
                <a:path w="7960359" h="76200">
                  <a:moveTo>
                    <a:pt x="3530600" y="25400"/>
                  </a:moveTo>
                  <a:lnTo>
                    <a:pt x="3505200" y="25400"/>
                  </a:lnTo>
                  <a:lnTo>
                    <a:pt x="3505200" y="50800"/>
                  </a:lnTo>
                  <a:lnTo>
                    <a:pt x="3530600" y="50800"/>
                  </a:lnTo>
                  <a:lnTo>
                    <a:pt x="3530600" y="25400"/>
                  </a:lnTo>
                  <a:close/>
                </a:path>
                <a:path w="7960359" h="76200">
                  <a:moveTo>
                    <a:pt x="3581400" y="25400"/>
                  </a:moveTo>
                  <a:lnTo>
                    <a:pt x="3556000" y="25400"/>
                  </a:lnTo>
                  <a:lnTo>
                    <a:pt x="3556000" y="50800"/>
                  </a:lnTo>
                  <a:lnTo>
                    <a:pt x="3581400" y="50800"/>
                  </a:lnTo>
                  <a:lnTo>
                    <a:pt x="3581400" y="25400"/>
                  </a:lnTo>
                  <a:close/>
                </a:path>
                <a:path w="7960359" h="76200">
                  <a:moveTo>
                    <a:pt x="3632200" y="25400"/>
                  </a:moveTo>
                  <a:lnTo>
                    <a:pt x="3606800" y="25400"/>
                  </a:lnTo>
                  <a:lnTo>
                    <a:pt x="3606800" y="50800"/>
                  </a:lnTo>
                  <a:lnTo>
                    <a:pt x="3632200" y="50800"/>
                  </a:lnTo>
                  <a:lnTo>
                    <a:pt x="3632200" y="25400"/>
                  </a:lnTo>
                  <a:close/>
                </a:path>
                <a:path w="7960359" h="76200">
                  <a:moveTo>
                    <a:pt x="3683000" y="25400"/>
                  </a:moveTo>
                  <a:lnTo>
                    <a:pt x="3657600" y="25400"/>
                  </a:lnTo>
                  <a:lnTo>
                    <a:pt x="3657600" y="50800"/>
                  </a:lnTo>
                  <a:lnTo>
                    <a:pt x="3683000" y="50800"/>
                  </a:lnTo>
                  <a:lnTo>
                    <a:pt x="3683000" y="25400"/>
                  </a:lnTo>
                  <a:close/>
                </a:path>
                <a:path w="7960359" h="76200">
                  <a:moveTo>
                    <a:pt x="3733800" y="25400"/>
                  </a:moveTo>
                  <a:lnTo>
                    <a:pt x="3708400" y="25400"/>
                  </a:lnTo>
                  <a:lnTo>
                    <a:pt x="3708400" y="50800"/>
                  </a:lnTo>
                  <a:lnTo>
                    <a:pt x="3733800" y="50800"/>
                  </a:lnTo>
                  <a:lnTo>
                    <a:pt x="3733800" y="25400"/>
                  </a:lnTo>
                  <a:close/>
                </a:path>
                <a:path w="7960359" h="76200">
                  <a:moveTo>
                    <a:pt x="3784600" y="25400"/>
                  </a:moveTo>
                  <a:lnTo>
                    <a:pt x="3759200" y="25400"/>
                  </a:lnTo>
                  <a:lnTo>
                    <a:pt x="3759200" y="50800"/>
                  </a:lnTo>
                  <a:lnTo>
                    <a:pt x="3784600" y="50800"/>
                  </a:lnTo>
                  <a:lnTo>
                    <a:pt x="3784600" y="25400"/>
                  </a:lnTo>
                  <a:close/>
                </a:path>
                <a:path w="7960359" h="76200">
                  <a:moveTo>
                    <a:pt x="3835400" y="25400"/>
                  </a:moveTo>
                  <a:lnTo>
                    <a:pt x="3810000" y="25400"/>
                  </a:lnTo>
                  <a:lnTo>
                    <a:pt x="3810000" y="50800"/>
                  </a:lnTo>
                  <a:lnTo>
                    <a:pt x="3835400" y="50800"/>
                  </a:lnTo>
                  <a:lnTo>
                    <a:pt x="3835400" y="25400"/>
                  </a:lnTo>
                  <a:close/>
                </a:path>
                <a:path w="7960359" h="76200">
                  <a:moveTo>
                    <a:pt x="3886200" y="25400"/>
                  </a:moveTo>
                  <a:lnTo>
                    <a:pt x="3860800" y="25400"/>
                  </a:lnTo>
                  <a:lnTo>
                    <a:pt x="386080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7960359" h="76200">
                  <a:moveTo>
                    <a:pt x="3937000" y="25400"/>
                  </a:moveTo>
                  <a:lnTo>
                    <a:pt x="3911600" y="25400"/>
                  </a:lnTo>
                  <a:lnTo>
                    <a:pt x="3911600" y="50800"/>
                  </a:lnTo>
                  <a:lnTo>
                    <a:pt x="3937000" y="50800"/>
                  </a:lnTo>
                  <a:lnTo>
                    <a:pt x="3937000" y="25400"/>
                  </a:lnTo>
                  <a:close/>
                </a:path>
                <a:path w="7960359" h="76200">
                  <a:moveTo>
                    <a:pt x="3987800" y="25400"/>
                  </a:moveTo>
                  <a:lnTo>
                    <a:pt x="3962400" y="25400"/>
                  </a:lnTo>
                  <a:lnTo>
                    <a:pt x="3962400" y="50800"/>
                  </a:lnTo>
                  <a:lnTo>
                    <a:pt x="3987800" y="50800"/>
                  </a:lnTo>
                  <a:lnTo>
                    <a:pt x="3987800" y="25400"/>
                  </a:lnTo>
                  <a:close/>
                </a:path>
                <a:path w="7960359" h="76200">
                  <a:moveTo>
                    <a:pt x="4038600" y="25400"/>
                  </a:moveTo>
                  <a:lnTo>
                    <a:pt x="4013200" y="25400"/>
                  </a:lnTo>
                  <a:lnTo>
                    <a:pt x="4013200" y="50800"/>
                  </a:lnTo>
                  <a:lnTo>
                    <a:pt x="4038600" y="50800"/>
                  </a:lnTo>
                  <a:lnTo>
                    <a:pt x="4038600" y="25400"/>
                  </a:lnTo>
                  <a:close/>
                </a:path>
                <a:path w="7960359" h="76200">
                  <a:moveTo>
                    <a:pt x="4089400" y="25400"/>
                  </a:moveTo>
                  <a:lnTo>
                    <a:pt x="4064000" y="25400"/>
                  </a:lnTo>
                  <a:lnTo>
                    <a:pt x="4064000" y="50800"/>
                  </a:lnTo>
                  <a:lnTo>
                    <a:pt x="4089400" y="50800"/>
                  </a:lnTo>
                  <a:lnTo>
                    <a:pt x="4089400" y="25400"/>
                  </a:lnTo>
                  <a:close/>
                </a:path>
                <a:path w="7960359" h="76200">
                  <a:moveTo>
                    <a:pt x="4140200" y="25400"/>
                  </a:moveTo>
                  <a:lnTo>
                    <a:pt x="4114800" y="25400"/>
                  </a:lnTo>
                  <a:lnTo>
                    <a:pt x="4114800" y="50800"/>
                  </a:lnTo>
                  <a:lnTo>
                    <a:pt x="4140200" y="50800"/>
                  </a:lnTo>
                  <a:lnTo>
                    <a:pt x="4140200" y="25400"/>
                  </a:lnTo>
                  <a:close/>
                </a:path>
                <a:path w="7960359" h="76200">
                  <a:moveTo>
                    <a:pt x="4191000" y="25400"/>
                  </a:moveTo>
                  <a:lnTo>
                    <a:pt x="4165600" y="25400"/>
                  </a:lnTo>
                  <a:lnTo>
                    <a:pt x="4165600" y="50800"/>
                  </a:lnTo>
                  <a:lnTo>
                    <a:pt x="4191000" y="50800"/>
                  </a:lnTo>
                  <a:lnTo>
                    <a:pt x="4191000" y="25400"/>
                  </a:lnTo>
                  <a:close/>
                </a:path>
                <a:path w="7960359" h="76200">
                  <a:moveTo>
                    <a:pt x="4241800" y="25400"/>
                  </a:moveTo>
                  <a:lnTo>
                    <a:pt x="4216400" y="25400"/>
                  </a:lnTo>
                  <a:lnTo>
                    <a:pt x="4216400" y="50800"/>
                  </a:lnTo>
                  <a:lnTo>
                    <a:pt x="4241800" y="50800"/>
                  </a:lnTo>
                  <a:lnTo>
                    <a:pt x="4241800" y="25400"/>
                  </a:lnTo>
                  <a:close/>
                </a:path>
                <a:path w="7960359" h="76200">
                  <a:moveTo>
                    <a:pt x="4292600" y="25400"/>
                  </a:moveTo>
                  <a:lnTo>
                    <a:pt x="4267200" y="25400"/>
                  </a:lnTo>
                  <a:lnTo>
                    <a:pt x="4267200" y="50800"/>
                  </a:lnTo>
                  <a:lnTo>
                    <a:pt x="4292600" y="50800"/>
                  </a:lnTo>
                  <a:lnTo>
                    <a:pt x="4292600" y="25400"/>
                  </a:lnTo>
                  <a:close/>
                </a:path>
                <a:path w="7960359" h="76200">
                  <a:moveTo>
                    <a:pt x="4343400" y="25400"/>
                  </a:moveTo>
                  <a:lnTo>
                    <a:pt x="4318000" y="25400"/>
                  </a:lnTo>
                  <a:lnTo>
                    <a:pt x="4318000" y="50800"/>
                  </a:lnTo>
                  <a:lnTo>
                    <a:pt x="4343400" y="50800"/>
                  </a:lnTo>
                  <a:lnTo>
                    <a:pt x="4343400" y="25400"/>
                  </a:lnTo>
                  <a:close/>
                </a:path>
                <a:path w="7960359" h="76200">
                  <a:moveTo>
                    <a:pt x="4394200" y="25400"/>
                  </a:moveTo>
                  <a:lnTo>
                    <a:pt x="4368800" y="25400"/>
                  </a:lnTo>
                  <a:lnTo>
                    <a:pt x="4368800" y="50800"/>
                  </a:lnTo>
                  <a:lnTo>
                    <a:pt x="4394200" y="50800"/>
                  </a:lnTo>
                  <a:lnTo>
                    <a:pt x="4394200" y="25400"/>
                  </a:lnTo>
                  <a:close/>
                </a:path>
                <a:path w="7960359" h="76200">
                  <a:moveTo>
                    <a:pt x="4445000" y="25400"/>
                  </a:moveTo>
                  <a:lnTo>
                    <a:pt x="4419600" y="25400"/>
                  </a:lnTo>
                  <a:lnTo>
                    <a:pt x="4419600" y="50800"/>
                  </a:lnTo>
                  <a:lnTo>
                    <a:pt x="4445000" y="50800"/>
                  </a:lnTo>
                  <a:lnTo>
                    <a:pt x="4445000" y="25400"/>
                  </a:lnTo>
                  <a:close/>
                </a:path>
                <a:path w="7960359" h="76200">
                  <a:moveTo>
                    <a:pt x="4495800" y="25400"/>
                  </a:moveTo>
                  <a:lnTo>
                    <a:pt x="4470400" y="25400"/>
                  </a:lnTo>
                  <a:lnTo>
                    <a:pt x="4470400" y="50800"/>
                  </a:lnTo>
                  <a:lnTo>
                    <a:pt x="4495800" y="50800"/>
                  </a:lnTo>
                  <a:lnTo>
                    <a:pt x="4495800" y="25400"/>
                  </a:lnTo>
                  <a:close/>
                </a:path>
                <a:path w="7960359" h="76200">
                  <a:moveTo>
                    <a:pt x="4546600" y="25400"/>
                  </a:moveTo>
                  <a:lnTo>
                    <a:pt x="4521200" y="25400"/>
                  </a:lnTo>
                  <a:lnTo>
                    <a:pt x="4521200" y="50800"/>
                  </a:lnTo>
                  <a:lnTo>
                    <a:pt x="4546600" y="50800"/>
                  </a:lnTo>
                  <a:lnTo>
                    <a:pt x="4546600" y="25400"/>
                  </a:lnTo>
                  <a:close/>
                </a:path>
                <a:path w="7960359" h="76200">
                  <a:moveTo>
                    <a:pt x="4597400" y="25400"/>
                  </a:moveTo>
                  <a:lnTo>
                    <a:pt x="4572000" y="25400"/>
                  </a:lnTo>
                  <a:lnTo>
                    <a:pt x="4572000" y="50800"/>
                  </a:lnTo>
                  <a:lnTo>
                    <a:pt x="4597400" y="50800"/>
                  </a:lnTo>
                  <a:lnTo>
                    <a:pt x="4597400" y="25400"/>
                  </a:lnTo>
                  <a:close/>
                </a:path>
                <a:path w="7960359" h="76200">
                  <a:moveTo>
                    <a:pt x="4648200" y="25400"/>
                  </a:moveTo>
                  <a:lnTo>
                    <a:pt x="4622800" y="25400"/>
                  </a:lnTo>
                  <a:lnTo>
                    <a:pt x="4622800" y="50800"/>
                  </a:lnTo>
                  <a:lnTo>
                    <a:pt x="4648200" y="50800"/>
                  </a:lnTo>
                  <a:lnTo>
                    <a:pt x="4648200" y="25400"/>
                  </a:lnTo>
                  <a:close/>
                </a:path>
                <a:path w="7960359" h="76200">
                  <a:moveTo>
                    <a:pt x="4699000" y="25400"/>
                  </a:moveTo>
                  <a:lnTo>
                    <a:pt x="4673600" y="25400"/>
                  </a:lnTo>
                  <a:lnTo>
                    <a:pt x="4673600" y="50800"/>
                  </a:lnTo>
                  <a:lnTo>
                    <a:pt x="4699000" y="50800"/>
                  </a:lnTo>
                  <a:lnTo>
                    <a:pt x="4699000" y="25400"/>
                  </a:lnTo>
                  <a:close/>
                </a:path>
                <a:path w="7960359" h="76200">
                  <a:moveTo>
                    <a:pt x="4749800" y="25400"/>
                  </a:moveTo>
                  <a:lnTo>
                    <a:pt x="4724400" y="25400"/>
                  </a:lnTo>
                  <a:lnTo>
                    <a:pt x="4724400" y="50800"/>
                  </a:lnTo>
                  <a:lnTo>
                    <a:pt x="4749800" y="50800"/>
                  </a:lnTo>
                  <a:lnTo>
                    <a:pt x="4749800" y="25400"/>
                  </a:lnTo>
                  <a:close/>
                </a:path>
                <a:path w="7960359" h="76200">
                  <a:moveTo>
                    <a:pt x="4800600" y="25400"/>
                  </a:moveTo>
                  <a:lnTo>
                    <a:pt x="4775200" y="25400"/>
                  </a:lnTo>
                  <a:lnTo>
                    <a:pt x="4775200" y="50800"/>
                  </a:lnTo>
                  <a:lnTo>
                    <a:pt x="4800600" y="50800"/>
                  </a:lnTo>
                  <a:lnTo>
                    <a:pt x="4800600" y="25400"/>
                  </a:lnTo>
                  <a:close/>
                </a:path>
                <a:path w="7960359" h="76200">
                  <a:moveTo>
                    <a:pt x="4851400" y="25400"/>
                  </a:moveTo>
                  <a:lnTo>
                    <a:pt x="4826000" y="25400"/>
                  </a:lnTo>
                  <a:lnTo>
                    <a:pt x="4826000" y="50800"/>
                  </a:lnTo>
                  <a:lnTo>
                    <a:pt x="4851400" y="50800"/>
                  </a:lnTo>
                  <a:lnTo>
                    <a:pt x="4851400" y="25400"/>
                  </a:lnTo>
                  <a:close/>
                </a:path>
                <a:path w="7960359" h="76200">
                  <a:moveTo>
                    <a:pt x="4902200" y="25400"/>
                  </a:moveTo>
                  <a:lnTo>
                    <a:pt x="4876800" y="25400"/>
                  </a:lnTo>
                  <a:lnTo>
                    <a:pt x="4876800" y="50800"/>
                  </a:lnTo>
                  <a:lnTo>
                    <a:pt x="4902200" y="50800"/>
                  </a:lnTo>
                  <a:lnTo>
                    <a:pt x="4902200" y="25400"/>
                  </a:lnTo>
                  <a:close/>
                </a:path>
                <a:path w="7960359" h="76200">
                  <a:moveTo>
                    <a:pt x="4953000" y="25400"/>
                  </a:moveTo>
                  <a:lnTo>
                    <a:pt x="4927600" y="25400"/>
                  </a:lnTo>
                  <a:lnTo>
                    <a:pt x="4927600" y="50800"/>
                  </a:lnTo>
                  <a:lnTo>
                    <a:pt x="4953000" y="50800"/>
                  </a:lnTo>
                  <a:lnTo>
                    <a:pt x="4953000" y="25400"/>
                  </a:lnTo>
                  <a:close/>
                </a:path>
                <a:path w="7960359" h="76200">
                  <a:moveTo>
                    <a:pt x="5003800" y="25400"/>
                  </a:moveTo>
                  <a:lnTo>
                    <a:pt x="4978400" y="25400"/>
                  </a:lnTo>
                  <a:lnTo>
                    <a:pt x="4978400" y="50800"/>
                  </a:lnTo>
                  <a:lnTo>
                    <a:pt x="5003800" y="50800"/>
                  </a:lnTo>
                  <a:lnTo>
                    <a:pt x="5003800" y="25400"/>
                  </a:lnTo>
                  <a:close/>
                </a:path>
                <a:path w="7960359" h="76200">
                  <a:moveTo>
                    <a:pt x="5054600" y="25400"/>
                  </a:moveTo>
                  <a:lnTo>
                    <a:pt x="5029200" y="25400"/>
                  </a:lnTo>
                  <a:lnTo>
                    <a:pt x="5029200" y="50800"/>
                  </a:lnTo>
                  <a:lnTo>
                    <a:pt x="5054600" y="50800"/>
                  </a:lnTo>
                  <a:lnTo>
                    <a:pt x="5054600" y="25400"/>
                  </a:lnTo>
                  <a:close/>
                </a:path>
                <a:path w="7960359" h="76200">
                  <a:moveTo>
                    <a:pt x="5105400" y="25400"/>
                  </a:moveTo>
                  <a:lnTo>
                    <a:pt x="5080000" y="25400"/>
                  </a:lnTo>
                  <a:lnTo>
                    <a:pt x="5080000" y="50800"/>
                  </a:lnTo>
                  <a:lnTo>
                    <a:pt x="5105400" y="50800"/>
                  </a:lnTo>
                  <a:lnTo>
                    <a:pt x="5105400" y="25400"/>
                  </a:lnTo>
                  <a:close/>
                </a:path>
                <a:path w="7960359" h="76200">
                  <a:moveTo>
                    <a:pt x="5156200" y="25400"/>
                  </a:moveTo>
                  <a:lnTo>
                    <a:pt x="5130800" y="25400"/>
                  </a:lnTo>
                  <a:lnTo>
                    <a:pt x="5130800" y="50800"/>
                  </a:lnTo>
                  <a:lnTo>
                    <a:pt x="5156200" y="50800"/>
                  </a:lnTo>
                  <a:lnTo>
                    <a:pt x="5156200" y="25400"/>
                  </a:lnTo>
                  <a:close/>
                </a:path>
                <a:path w="7960359" h="76200">
                  <a:moveTo>
                    <a:pt x="5207000" y="25400"/>
                  </a:moveTo>
                  <a:lnTo>
                    <a:pt x="5181600" y="25400"/>
                  </a:lnTo>
                  <a:lnTo>
                    <a:pt x="5181600" y="50800"/>
                  </a:lnTo>
                  <a:lnTo>
                    <a:pt x="5207000" y="50800"/>
                  </a:lnTo>
                  <a:lnTo>
                    <a:pt x="5207000" y="25400"/>
                  </a:lnTo>
                  <a:close/>
                </a:path>
                <a:path w="7960359" h="76200">
                  <a:moveTo>
                    <a:pt x="5257800" y="25400"/>
                  </a:moveTo>
                  <a:lnTo>
                    <a:pt x="5232400" y="25400"/>
                  </a:lnTo>
                  <a:lnTo>
                    <a:pt x="5232400" y="50800"/>
                  </a:lnTo>
                  <a:lnTo>
                    <a:pt x="5257800" y="50800"/>
                  </a:lnTo>
                  <a:lnTo>
                    <a:pt x="5257800" y="25400"/>
                  </a:lnTo>
                  <a:close/>
                </a:path>
                <a:path w="7960359" h="76200">
                  <a:moveTo>
                    <a:pt x="5308600" y="25400"/>
                  </a:moveTo>
                  <a:lnTo>
                    <a:pt x="5283200" y="25400"/>
                  </a:lnTo>
                  <a:lnTo>
                    <a:pt x="5283200" y="50800"/>
                  </a:lnTo>
                  <a:lnTo>
                    <a:pt x="5308600" y="50800"/>
                  </a:lnTo>
                  <a:lnTo>
                    <a:pt x="5308600" y="25400"/>
                  </a:lnTo>
                  <a:close/>
                </a:path>
                <a:path w="7960359" h="76200">
                  <a:moveTo>
                    <a:pt x="5359400" y="25400"/>
                  </a:moveTo>
                  <a:lnTo>
                    <a:pt x="5334000" y="25400"/>
                  </a:lnTo>
                  <a:lnTo>
                    <a:pt x="5334000" y="50800"/>
                  </a:lnTo>
                  <a:lnTo>
                    <a:pt x="5359400" y="50800"/>
                  </a:lnTo>
                  <a:lnTo>
                    <a:pt x="5359400" y="25400"/>
                  </a:lnTo>
                  <a:close/>
                </a:path>
                <a:path w="7960359" h="76200">
                  <a:moveTo>
                    <a:pt x="5410200" y="25400"/>
                  </a:moveTo>
                  <a:lnTo>
                    <a:pt x="5384800" y="25400"/>
                  </a:lnTo>
                  <a:lnTo>
                    <a:pt x="5384800" y="50800"/>
                  </a:lnTo>
                  <a:lnTo>
                    <a:pt x="5410200" y="50800"/>
                  </a:lnTo>
                  <a:lnTo>
                    <a:pt x="5410200" y="25400"/>
                  </a:lnTo>
                  <a:close/>
                </a:path>
                <a:path w="7960359" h="76200">
                  <a:moveTo>
                    <a:pt x="5461000" y="25400"/>
                  </a:moveTo>
                  <a:lnTo>
                    <a:pt x="5435600" y="25400"/>
                  </a:lnTo>
                  <a:lnTo>
                    <a:pt x="5435600" y="50800"/>
                  </a:lnTo>
                  <a:lnTo>
                    <a:pt x="5461000" y="50800"/>
                  </a:lnTo>
                  <a:lnTo>
                    <a:pt x="5461000" y="25400"/>
                  </a:lnTo>
                  <a:close/>
                </a:path>
                <a:path w="7960359" h="76200">
                  <a:moveTo>
                    <a:pt x="5511800" y="25400"/>
                  </a:moveTo>
                  <a:lnTo>
                    <a:pt x="5486400" y="25400"/>
                  </a:lnTo>
                  <a:lnTo>
                    <a:pt x="5486400" y="50800"/>
                  </a:lnTo>
                  <a:lnTo>
                    <a:pt x="5511800" y="50800"/>
                  </a:lnTo>
                  <a:lnTo>
                    <a:pt x="5511800" y="25400"/>
                  </a:lnTo>
                  <a:close/>
                </a:path>
                <a:path w="7960359" h="76200">
                  <a:moveTo>
                    <a:pt x="5562600" y="25400"/>
                  </a:moveTo>
                  <a:lnTo>
                    <a:pt x="5537200" y="25400"/>
                  </a:lnTo>
                  <a:lnTo>
                    <a:pt x="5537200" y="50800"/>
                  </a:lnTo>
                  <a:lnTo>
                    <a:pt x="5562600" y="50800"/>
                  </a:lnTo>
                  <a:lnTo>
                    <a:pt x="5562600" y="25400"/>
                  </a:lnTo>
                  <a:close/>
                </a:path>
                <a:path w="7960359" h="76200">
                  <a:moveTo>
                    <a:pt x="5613400" y="25400"/>
                  </a:moveTo>
                  <a:lnTo>
                    <a:pt x="5588000" y="25400"/>
                  </a:lnTo>
                  <a:lnTo>
                    <a:pt x="5588000" y="50800"/>
                  </a:lnTo>
                  <a:lnTo>
                    <a:pt x="5613400" y="50800"/>
                  </a:lnTo>
                  <a:lnTo>
                    <a:pt x="5613400" y="25400"/>
                  </a:lnTo>
                  <a:close/>
                </a:path>
                <a:path w="7960359" h="76200">
                  <a:moveTo>
                    <a:pt x="5664200" y="25400"/>
                  </a:moveTo>
                  <a:lnTo>
                    <a:pt x="5638800" y="25400"/>
                  </a:lnTo>
                  <a:lnTo>
                    <a:pt x="5638800" y="50800"/>
                  </a:lnTo>
                  <a:lnTo>
                    <a:pt x="5664200" y="50800"/>
                  </a:lnTo>
                  <a:lnTo>
                    <a:pt x="5664200" y="25400"/>
                  </a:lnTo>
                  <a:close/>
                </a:path>
                <a:path w="7960359" h="76200">
                  <a:moveTo>
                    <a:pt x="5715000" y="25400"/>
                  </a:moveTo>
                  <a:lnTo>
                    <a:pt x="5689600" y="25400"/>
                  </a:lnTo>
                  <a:lnTo>
                    <a:pt x="5689600" y="50800"/>
                  </a:lnTo>
                  <a:lnTo>
                    <a:pt x="5715000" y="50800"/>
                  </a:lnTo>
                  <a:lnTo>
                    <a:pt x="5715000" y="25400"/>
                  </a:lnTo>
                  <a:close/>
                </a:path>
                <a:path w="7960359" h="76200">
                  <a:moveTo>
                    <a:pt x="5765800" y="25400"/>
                  </a:moveTo>
                  <a:lnTo>
                    <a:pt x="5740400" y="25400"/>
                  </a:lnTo>
                  <a:lnTo>
                    <a:pt x="5740400" y="50800"/>
                  </a:lnTo>
                  <a:lnTo>
                    <a:pt x="5765800" y="50800"/>
                  </a:lnTo>
                  <a:lnTo>
                    <a:pt x="5765800" y="25400"/>
                  </a:lnTo>
                  <a:close/>
                </a:path>
                <a:path w="7960359" h="76200">
                  <a:moveTo>
                    <a:pt x="5816599" y="25400"/>
                  </a:moveTo>
                  <a:lnTo>
                    <a:pt x="5791199" y="25400"/>
                  </a:lnTo>
                  <a:lnTo>
                    <a:pt x="5791199" y="50800"/>
                  </a:lnTo>
                  <a:lnTo>
                    <a:pt x="5816599" y="50800"/>
                  </a:lnTo>
                  <a:lnTo>
                    <a:pt x="5816599" y="25400"/>
                  </a:lnTo>
                  <a:close/>
                </a:path>
                <a:path w="7960359" h="76200">
                  <a:moveTo>
                    <a:pt x="5867399" y="25400"/>
                  </a:moveTo>
                  <a:lnTo>
                    <a:pt x="5841999" y="25400"/>
                  </a:lnTo>
                  <a:lnTo>
                    <a:pt x="5841999" y="50800"/>
                  </a:lnTo>
                  <a:lnTo>
                    <a:pt x="5867399" y="50800"/>
                  </a:lnTo>
                  <a:lnTo>
                    <a:pt x="5867399" y="25400"/>
                  </a:lnTo>
                  <a:close/>
                </a:path>
                <a:path w="7960359" h="76200">
                  <a:moveTo>
                    <a:pt x="5918199" y="25400"/>
                  </a:moveTo>
                  <a:lnTo>
                    <a:pt x="5892799" y="25400"/>
                  </a:lnTo>
                  <a:lnTo>
                    <a:pt x="5892799" y="50800"/>
                  </a:lnTo>
                  <a:lnTo>
                    <a:pt x="5918199" y="50800"/>
                  </a:lnTo>
                  <a:lnTo>
                    <a:pt x="5918199" y="25400"/>
                  </a:lnTo>
                  <a:close/>
                </a:path>
                <a:path w="7960359" h="76200">
                  <a:moveTo>
                    <a:pt x="5968999" y="25400"/>
                  </a:moveTo>
                  <a:lnTo>
                    <a:pt x="5943599" y="25400"/>
                  </a:lnTo>
                  <a:lnTo>
                    <a:pt x="5943599" y="50800"/>
                  </a:lnTo>
                  <a:lnTo>
                    <a:pt x="5968999" y="50800"/>
                  </a:lnTo>
                  <a:lnTo>
                    <a:pt x="5968999" y="25400"/>
                  </a:lnTo>
                  <a:close/>
                </a:path>
                <a:path w="7960359" h="76200">
                  <a:moveTo>
                    <a:pt x="6019799" y="25400"/>
                  </a:moveTo>
                  <a:lnTo>
                    <a:pt x="5994399" y="25400"/>
                  </a:lnTo>
                  <a:lnTo>
                    <a:pt x="5994399" y="50800"/>
                  </a:lnTo>
                  <a:lnTo>
                    <a:pt x="6019799" y="50800"/>
                  </a:lnTo>
                  <a:lnTo>
                    <a:pt x="6019799" y="25400"/>
                  </a:lnTo>
                  <a:close/>
                </a:path>
                <a:path w="7960359" h="76200">
                  <a:moveTo>
                    <a:pt x="6070599" y="25400"/>
                  </a:moveTo>
                  <a:lnTo>
                    <a:pt x="6045199" y="25400"/>
                  </a:lnTo>
                  <a:lnTo>
                    <a:pt x="6045199" y="50800"/>
                  </a:lnTo>
                  <a:lnTo>
                    <a:pt x="6070599" y="50800"/>
                  </a:lnTo>
                  <a:lnTo>
                    <a:pt x="6070599" y="25400"/>
                  </a:lnTo>
                  <a:close/>
                </a:path>
                <a:path w="7960359" h="76200">
                  <a:moveTo>
                    <a:pt x="6121399" y="25400"/>
                  </a:moveTo>
                  <a:lnTo>
                    <a:pt x="6095999" y="25400"/>
                  </a:lnTo>
                  <a:lnTo>
                    <a:pt x="6095999" y="50800"/>
                  </a:lnTo>
                  <a:lnTo>
                    <a:pt x="6121399" y="50800"/>
                  </a:lnTo>
                  <a:lnTo>
                    <a:pt x="6121399" y="25400"/>
                  </a:lnTo>
                  <a:close/>
                </a:path>
                <a:path w="7960359" h="76200">
                  <a:moveTo>
                    <a:pt x="6172199" y="25400"/>
                  </a:moveTo>
                  <a:lnTo>
                    <a:pt x="6146799" y="25400"/>
                  </a:lnTo>
                  <a:lnTo>
                    <a:pt x="6146799" y="50800"/>
                  </a:lnTo>
                  <a:lnTo>
                    <a:pt x="6172199" y="50800"/>
                  </a:lnTo>
                  <a:lnTo>
                    <a:pt x="6172199" y="25400"/>
                  </a:lnTo>
                  <a:close/>
                </a:path>
                <a:path w="7960359" h="76200">
                  <a:moveTo>
                    <a:pt x="6222999" y="25400"/>
                  </a:moveTo>
                  <a:lnTo>
                    <a:pt x="6197599" y="25400"/>
                  </a:lnTo>
                  <a:lnTo>
                    <a:pt x="6197599" y="50800"/>
                  </a:lnTo>
                  <a:lnTo>
                    <a:pt x="6222999" y="50800"/>
                  </a:lnTo>
                  <a:lnTo>
                    <a:pt x="6222999" y="25400"/>
                  </a:lnTo>
                  <a:close/>
                </a:path>
                <a:path w="7960359" h="76200">
                  <a:moveTo>
                    <a:pt x="6273799" y="25400"/>
                  </a:moveTo>
                  <a:lnTo>
                    <a:pt x="6248399" y="25400"/>
                  </a:lnTo>
                  <a:lnTo>
                    <a:pt x="6248399" y="50800"/>
                  </a:lnTo>
                  <a:lnTo>
                    <a:pt x="6273799" y="50800"/>
                  </a:lnTo>
                  <a:lnTo>
                    <a:pt x="6273799" y="25400"/>
                  </a:lnTo>
                  <a:close/>
                </a:path>
                <a:path w="7960359" h="76200">
                  <a:moveTo>
                    <a:pt x="6324599" y="25400"/>
                  </a:moveTo>
                  <a:lnTo>
                    <a:pt x="6299199" y="25400"/>
                  </a:lnTo>
                  <a:lnTo>
                    <a:pt x="6299199" y="50800"/>
                  </a:lnTo>
                  <a:lnTo>
                    <a:pt x="6324599" y="50800"/>
                  </a:lnTo>
                  <a:lnTo>
                    <a:pt x="6324599" y="25400"/>
                  </a:lnTo>
                  <a:close/>
                </a:path>
                <a:path w="7960359" h="76200">
                  <a:moveTo>
                    <a:pt x="6375399" y="25400"/>
                  </a:moveTo>
                  <a:lnTo>
                    <a:pt x="6349999" y="25400"/>
                  </a:lnTo>
                  <a:lnTo>
                    <a:pt x="6349999" y="50800"/>
                  </a:lnTo>
                  <a:lnTo>
                    <a:pt x="6375399" y="50800"/>
                  </a:lnTo>
                  <a:lnTo>
                    <a:pt x="6375399" y="25400"/>
                  </a:lnTo>
                  <a:close/>
                </a:path>
                <a:path w="7960359" h="76200">
                  <a:moveTo>
                    <a:pt x="6426199" y="25400"/>
                  </a:moveTo>
                  <a:lnTo>
                    <a:pt x="6400799" y="25400"/>
                  </a:lnTo>
                  <a:lnTo>
                    <a:pt x="6400799" y="50800"/>
                  </a:lnTo>
                  <a:lnTo>
                    <a:pt x="6426199" y="50800"/>
                  </a:lnTo>
                  <a:lnTo>
                    <a:pt x="6426199" y="25400"/>
                  </a:lnTo>
                  <a:close/>
                </a:path>
                <a:path w="7960359" h="76200">
                  <a:moveTo>
                    <a:pt x="6476999" y="25400"/>
                  </a:moveTo>
                  <a:lnTo>
                    <a:pt x="6451599" y="25400"/>
                  </a:lnTo>
                  <a:lnTo>
                    <a:pt x="6451599" y="50800"/>
                  </a:lnTo>
                  <a:lnTo>
                    <a:pt x="6476999" y="50800"/>
                  </a:lnTo>
                  <a:lnTo>
                    <a:pt x="6476999" y="25400"/>
                  </a:lnTo>
                  <a:close/>
                </a:path>
                <a:path w="7960359" h="76200">
                  <a:moveTo>
                    <a:pt x="6527800" y="25400"/>
                  </a:moveTo>
                  <a:lnTo>
                    <a:pt x="6502399" y="25400"/>
                  </a:lnTo>
                  <a:lnTo>
                    <a:pt x="6502399" y="50800"/>
                  </a:lnTo>
                  <a:lnTo>
                    <a:pt x="6527800" y="50800"/>
                  </a:lnTo>
                  <a:lnTo>
                    <a:pt x="6527800" y="25400"/>
                  </a:lnTo>
                  <a:close/>
                </a:path>
                <a:path w="7960359" h="76200">
                  <a:moveTo>
                    <a:pt x="6578600" y="25400"/>
                  </a:moveTo>
                  <a:lnTo>
                    <a:pt x="6553200" y="25400"/>
                  </a:lnTo>
                  <a:lnTo>
                    <a:pt x="6553200" y="50800"/>
                  </a:lnTo>
                  <a:lnTo>
                    <a:pt x="6578600" y="50800"/>
                  </a:lnTo>
                  <a:lnTo>
                    <a:pt x="6578600" y="25400"/>
                  </a:lnTo>
                  <a:close/>
                </a:path>
                <a:path w="7960359" h="76200">
                  <a:moveTo>
                    <a:pt x="6629400" y="25400"/>
                  </a:moveTo>
                  <a:lnTo>
                    <a:pt x="6604000" y="25400"/>
                  </a:lnTo>
                  <a:lnTo>
                    <a:pt x="6604000" y="50800"/>
                  </a:lnTo>
                  <a:lnTo>
                    <a:pt x="6629400" y="50800"/>
                  </a:lnTo>
                  <a:lnTo>
                    <a:pt x="6629400" y="25400"/>
                  </a:lnTo>
                  <a:close/>
                </a:path>
                <a:path w="7960359" h="76200">
                  <a:moveTo>
                    <a:pt x="6680200" y="25400"/>
                  </a:moveTo>
                  <a:lnTo>
                    <a:pt x="6654800" y="25400"/>
                  </a:lnTo>
                  <a:lnTo>
                    <a:pt x="6654800" y="50800"/>
                  </a:lnTo>
                  <a:lnTo>
                    <a:pt x="6680200" y="50800"/>
                  </a:lnTo>
                  <a:lnTo>
                    <a:pt x="6680200" y="25400"/>
                  </a:lnTo>
                  <a:close/>
                </a:path>
                <a:path w="7960359" h="76200">
                  <a:moveTo>
                    <a:pt x="6731000" y="25400"/>
                  </a:moveTo>
                  <a:lnTo>
                    <a:pt x="6705600" y="25400"/>
                  </a:lnTo>
                  <a:lnTo>
                    <a:pt x="6705600" y="50800"/>
                  </a:lnTo>
                  <a:lnTo>
                    <a:pt x="6731000" y="50800"/>
                  </a:lnTo>
                  <a:lnTo>
                    <a:pt x="6731000" y="25400"/>
                  </a:lnTo>
                  <a:close/>
                </a:path>
                <a:path w="7960359" h="76200">
                  <a:moveTo>
                    <a:pt x="6781800" y="25400"/>
                  </a:moveTo>
                  <a:lnTo>
                    <a:pt x="6756400" y="25400"/>
                  </a:lnTo>
                  <a:lnTo>
                    <a:pt x="6756400" y="50800"/>
                  </a:lnTo>
                  <a:lnTo>
                    <a:pt x="6781800" y="50800"/>
                  </a:lnTo>
                  <a:lnTo>
                    <a:pt x="6781800" y="25400"/>
                  </a:lnTo>
                  <a:close/>
                </a:path>
                <a:path w="7960359" h="76200">
                  <a:moveTo>
                    <a:pt x="6832600" y="25400"/>
                  </a:moveTo>
                  <a:lnTo>
                    <a:pt x="6807200" y="25400"/>
                  </a:lnTo>
                  <a:lnTo>
                    <a:pt x="6807200" y="50800"/>
                  </a:lnTo>
                  <a:lnTo>
                    <a:pt x="6832600" y="50800"/>
                  </a:lnTo>
                  <a:lnTo>
                    <a:pt x="6832600" y="25400"/>
                  </a:lnTo>
                  <a:close/>
                </a:path>
                <a:path w="7960359" h="76200">
                  <a:moveTo>
                    <a:pt x="6883400" y="25400"/>
                  </a:moveTo>
                  <a:lnTo>
                    <a:pt x="6858000" y="25400"/>
                  </a:lnTo>
                  <a:lnTo>
                    <a:pt x="6858000" y="50800"/>
                  </a:lnTo>
                  <a:lnTo>
                    <a:pt x="6883400" y="50800"/>
                  </a:lnTo>
                  <a:lnTo>
                    <a:pt x="6883400" y="25400"/>
                  </a:lnTo>
                  <a:close/>
                </a:path>
                <a:path w="7960359" h="76200">
                  <a:moveTo>
                    <a:pt x="6934200" y="25400"/>
                  </a:moveTo>
                  <a:lnTo>
                    <a:pt x="6908800" y="25400"/>
                  </a:lnTo>
                  <a:lnTo>
                    <a:pt x="6908800" y="50800"/>
                  </a:lnTo>
                  <a:lnTo>
                    <a:pt x="6934200" y="50800"/>
                  </a:lnTo>
                  <a:lnTo>
                    <a:pt x="6934200" y="25400"/>
                  </a:lnTo>
                  <a:close/>
                </a:path>
                <a:path w="7960359" h="76200">
                  <a:moveTo>
                    <a:pt x="6985000" y="25400"/>
                  </a:moveTo>
                  <a:lnTo>
                    <a:pt x="6959600" y="25400"/>
                  </a:lnTo>
                  <a:lnTo>
                    <a:pt x="6959600" y="50800"/>
                  </a:lnTo>
                  <a:lnTo>
                    <a:pt x="6985000" y="50800"/>
                  </a:lnTo>
                  <a:lnTo>
                    <a:pt x="6985000" y="25400"/>
                  </a:lnTo>
                  <a:close/>
                </a:path>
                <a:path w="7960359" h="76200">
                  <a:moveTo>
                    <a:pt x="7035800" y="25400"/>
                  </a:moveTo>
                  <a:lnTo>
                    <a:pt x="7010400" y="25400"/>
                  </a:lnTo>
                  <a:lnTo>
                    <a:pt x="7010400" y="50800"/>
                  </a:lnTo>
                  <a:lnTo>
                    <a:pt x="7035800" y="50800"/>
                  </a:lnTo>
                  <a:lnTo>
                    <a:pt x="7035800" y="25400"/>
                  </a:lnTo>
                  <a:close/>
                </a:path>
                <a:path w="7960359" h="76200">
                  <a:moveTo>
                    <a:pt x="7086600" y="25400"/>
                  </a:moveTo>
                  <a:lnTo>
                    <a:pt x="7061200" y="25400"/>
                  </a:lnTo>
                  <a:lnTo>
                    <a:pt x="7061200" y="50800"/>
                  </a:lnTo>
                  <a:lnTo>
                    <a:pt x="7086600" y="50800"/>
                  </a:lnTo>
                  <a:lnTo>
                    <a:pt x="7086600" y="25400"/>
                  </a:lnTo>
                  <a:close/>
                </a:path>
                <a:path w="7960359" h="76200">
                  <a:moveTo>
                    <a:pt x="7137400" y="25400"/>
                  </a:moveTo>
                  <a:lnTo>
                    <a:pt x="7112000" y="25400"/>
                  </a:lnTo>
                  <a:lnTo>
                    <a:pt x="7112000" y="50800"/>
                  </a:lnTo>
                  <a:lnTo>
                    <a:pt x="7137400" y="50800"/>
                  </a:lnTo>
                  <a:lnTo>
                    <a:pt x="7137400" y="25400"/>
                  </a:lnTo>
                  <a:close/>
                </a:path>
                <a:path w="7960359" h="76200">
                  <a:moveTo>
                    <a:pt x="7188200" y="25400"/>
                  </a:moveTo>
                  <a:lnTo>
                    <a:pt x="7162800" y="25400"/>
                  </a:lnTo>
                  <a:lnTo>
                    <a:pt x="7162800" y="50800"/>
                  </a:lnTo>
                  <a:lnTo>
                    <a:pt x="7188200" y="50800"/>
                  </a:lnTo>
                  <a:lnTo>
                    <a:pt x="7188200" y="25400"/>
                  </a:lnTo>
                  <a:close/>
                </a:path>
                <a:path w="7960359" h="76200">
                  <a:moveTo>
                    <a:pt x="7239000" y="25400"/>
                  </a:moveTo>
                  <a:lnTo>
                    <a:pt x="7213600" y="25400"/>
                  </a:lnTo>
                  <a:lnTo>
                    <a:pt x="7213600" y="50800"/>
                  </a:lnTo>
                  <a:lnTo>
                    <a:pt x="7239000" y="50800"/>
                  </a:lnTo>
                  <a:lnTo>
                    <a:pt x="7239000" y="25400"/>
                  </a:lnTo>
                  <a:close/>
                </a:path>
                <a:path w="7960359" h="76200">
                  <a:moveTo>
                    <a:pt x="7289800" y="25400"/>
                  </a:moveTo>
                  <a:lnTo>
                    <a:pt x="7264400" y="25400"/>
                  </a:lnTo>
                  <a:lnTo>
                    <a:pt x="7264400" y="50800"/>
                  </a:lnTo>
                  <a:lnTo>
                    <a:pt x="7289800" y="50800"/>
                  </a:lnTo>
                  <a:lnTo>
                    <a:pt x="7289800" y="25400"/>
                  </a:lnTo>
                  <a:close/>
                </a:path>
                <a:path w="7960359" h="76200">
                  <a:moveTo>
                    <a:pt x="7340600" y="25400"/>
                  </a:moveTo>
                  <a:lnTo>
                    <a:pt x="7315200" y="25400"/>
                  </a:lnTo>
                  <a:lnTo>
                    <a:pt x="7315200" y="50800"/>
                  </a:lnTo>
                  <a:lnTo>
                    <a:pt x="7340600" y="50800"/>
                  </a:lnTo>
                  <a:lnTo>
                    <a:pt x="7340600" y="25400"/>
                  </a:lnTo>
                  <a:close/>
                </a:path>
                <a:path w="7960359" h="76200">
                  <a:moveTo>
                    <a:pt x="7391400" y="25400"/>
                  </a:moveTo>
                  <a:lnTo>
                    <a:pt x="7366000" y="25400"/>
                  </a:lnTo>
                  <a:lnTo>
                    <a:pt x="7366000" y="50800"/>
                  </a:lnTo>
                  <a:lnTo>
                    <a:pt x="7391400" y="50800"/>
                  </a:lnTo>
                  <a:lnTo>
                    <a:pt x="7391400" y="25400"/>
                  </a:lnTo>
                  <a:close/>
                </a:path>
                <a:path w="7960359" h="76200">
                  <a:moveTo>
                    <a:pt x="7442200" y="25400"/>
                  </a:moveTo>
                  <a:lnTo>
                    <a:pt x="7416800" y="25400"/>
                  </a:lnTo>
                  <a:lnTo>
                    <a:pt x="7416800" y="50800"/>
                  </a:lnTo>
                  <a:lnTo>
                    <a:pt x="7442200" y="50800"/>
                  </a:lnTo>
                  <a:lnTo>
                    <a:pt x="7442200" y="25400"/>
                  </a:lnTo>
                  <a:close/>
                </a:path>
                <a:path w="7960359" h="76200">
                  <a:moveTo>
                    <a:pt x="7493000" y="25400"/>
                  </a:moveTo>
                  <a:lnTo>
                    <a:pt x="7467600" y="25400"/>
                  </a:lnTo>
                  <a:lnTo>
                    <a:pt x="7467600" y="50800"/>
                  </a:lnTo>
                  <a:lnTo>
                    <a:pt x="7493000" y="50800"/>
                  </a:lnTo>
                  <a:lnTo>
                    <a:pt x="7493000" y="25400"/>
                  </a:lnTo>
                  <a:close/>
                </a:path>
                <a:path w="7960359" h="76200">
                  <a:moveTo>
                    <a:pt x="7543800" y="25400"/>
                  </a:moveTo>
                  <a:lnTo>
                    <a:pt x="7518400" y="25400"/>
                  </a:lnTo>
                  <a:lnTo>
                    <a:pt x="7518400" y="50800"/>
                  </a:lnTo>
                  <a:lnTo>
                    <a:pt x="7543800" y="50800"/>
                  </a:lnTo>
                  <a:lnTo>
                    <a:pt x="7543800" y="25400"/>
                  </a:lnTo>
                  <a:close/>
                </a:path>
                <a:path w="7960359" h="76200">
                  <a:moveTo>
                    <a:pt x="7594600" y="25400"/>
                  </a:moveTo>
                  <a:lnTo>
                    <a:pt x="7569200" y="25400"/>
                  </a:lnTo>
                  <a:lnTo>
                    <a:pt x="7569200" y="50800"/>
                  </a:lnTo>
                  <a:lnTo>
                    <a:pt x="7594600" y="50800"/>
                  </a:lnTo>
                  <a:lnTo>
                    <a:pt x="7594600" y="25400"/>
                  </a:lnTo>
                  <a:close/>
                </a:path>
                <a:path w="7960359" h="76200">
                  <a:moveTo>
                    <a:pt x="7645400" y="25400"/>
                  </a:moveTo>
                  <a:lnTo>
                    <a:pt x="7620000" y="25400"/>
                  </a:lnTo>
                  <a:lnTo>
                    <a:pt x="7620000" y="50800"/>
                  </a:lnTo>
                  <a:lnTo>
                    <a:pt x="7645400" y="50800"/>
                  </a:lnTo>
                  <a:lnTo>
                    <a:pt x="7645400" y="25400"/>
                  </a:lnTo>
                  <a:close/>
                </a:path>
                <a:path w="7960359" h="76200">
                  <a:moveTo>
                    <a:pt x="7696200" y="25400"/>
                  </a:moveTo>
                  <a:lnTo>
                    <a:pt x="7670800" y="25400"/>
                  </a:lnTo>
                  <a:lnTo>
                    <a:pt x="7670800" y="50800"/>
                  </a:lnTo>
                  <a:lnTo>
                    <a:pt x="7696200" y="50800"/>
                  </a:lnTo>
                  <a:lnTo>
                    <a:pt x="7696200" y="25400"/>
                  </a:lnTo>
                  <a:close/>
                </a:path>
                <a:path w="7960359" h="76200">
                  <a:moveTo>
                    <a:pt x="7747000" y="25400"/>
                  </a:moveTo>
                  <a:lnTo>
                    <a:pt x="7721600" y="25400"/>
                  </a:lnTo>
                  <a:lnTo>
                    <a:pt x="7721600" y="50800"/>
                  </a:lnTo>
                  <a:lnTo>
                    <a:pt x="7747000" y="50800"/>
                  </a:lnTo>
                  <a:lnTo>
                    <a:pt x="7747000" y="25400"/>
                  </a:lnTo>
                  <a:close/>
                </a:path>
                <a:path w="7960359" h="76200">
                  <a:moveTo>
                    <a:pt x="7797800" y="25400"/>
                  </a:moveTo>
                  <a:lnTo>
                    <a:pt x="7772400" y="25400"/>
                  </a:lnTo>
                  <a:lnTo>
                    <a:pt x="7772400" y="50800"/>
                  </a:lnTo>
                  <a:lnTo>
                    <a:pt x="7797800" y="50800"/>
                  </a:lnTo>
                  <a:lnTo>
                    <a:pt x="7797800" y="25400"/>
                  </a:lnTo>
                  <a:close/>
                </a:path>
                <a:path w="7960359" h="76200">
                  <a:moveTo>
                    <a:pt x="7848600" y="25400"/>
                  </a:moveTo>
                  <a:lnTo>
                    <a:pt x="7823200" y="25400"/>
                  </a:lnTo>
                  <a:lnTo>
                    <a:pt x="7823200" y="50800"/>
                  </a:lnTo>
                  <a:lnTo>
                    <a:pt x="7848600" y="50800"/>
                  </a:lnTo>
                  <a:lnTo>
                    <a:pt x="7848600" y="25400"/>
                  </a:lnTo>
                  <a:close/>
                </a:path>
                <a:path w="7960359" h="76200">
                  <a:moveTo>
                    <a:pt x="7921752" y="0"/>
                  </a:moveTo>
                  <a:lnTo>
                    <a:pt x="7906904" y="2988"/>
                  </a:lnTo>
                  <a:lnTo>
                    <a:pt x="7894796" y="11144"/>
                  </a:lnTo>
                  <a:lnTo>
                    <a:pt x="7886640" y="23252"/>
                  </a:lnTo>
                  <a:lnTo>
                    <a:pt x="7883652" y="38100"/>
                  </a:lnTo>
                  <a:lnTo>
                    <a:pt x="7886640" y="52947"/>
                  </a:lnTo>
                  <a:lnTo>
                    <a:pt x="7894796" y="65055"/>
                  </a:lnTo>
                  <a:lnTo>
                    <a:pt x="7906904" y="73211"/>
                  </a:lnTo>
                  <a:lnTo>
                    <a:pt x="7921752" y="76200"/>
                  </a:lnTo>
                  <a:lnTo>
                    <a:pt x="7936599" y="73211"/>
                  </a:lnTo>
                  <a:lnTo>
                    <a:pt x="7948707" y="65055"/>
                  </a:lnTo>
                  <a:lnTo>
                    <a:pt x="7956863" y="52947"/>
                  </a:lnTo>
                  <a:lnTo>
                    <a:pt x="7957295" y="50800"/>
                  </a:lnTo>
                  <a:lnTo>
                    <a:pt x="7899400" y="50800"/>
                  </a:lnTo>
                  <a:lnTo>
                    <a:pt x="7899400" y="25400"/>
                  </a:lnTo>
                  <a:lnTo>
                    <a:pt x="7957295" y="25400"/>
                  </a:lnTo>
                  <a:lnTo>
                    <a:pt x="7956863" y="23252"/>
                  </a:lnTo>
                  <a:lnTo>
                    <a:pt x="7948707" y="11144"/>
                  </a:lnTo>
                  <a:lnTo>
                    <a:pt x="7936599" y="2988"/>
                  </a:lnTo>
                  <a:lnTo>
                    <a:pt x="7921752" y="0"/>
                  </a:lnTo>
                  <a:close/>
                </a:path>
                <a:path w="7960359" h="76200">
                  <a:moveTo>
                    <a:pt x="7886208" y="25400"/>
                  </a:moveTo>
                  <a:lnTo>
                    <a:pt x="7874000" y="25400"/>
                  </a:lnTo>
                  <a:lnTo>
                    <a:pt x="7874000" y="50800"/>
                  </a:lnTo>
                  <a:lnTo>
                    <a:pt x="7886208" y="50800"/>
                  </a:lnTo>
                  <a:lnTo>
                    <a:pt x="7883652" y="38100"/>
                  </a:lnTo>
                  <a:lnTo>
                    <a:pt x="7886208" y="25400"/>
                  </a:lnTo>
                  <a:close/>
                </a:path>
                <a:path w="7960359" h="76200">
                  <a:moveTo>
                    <a:pt x="7957295" y="25400"/>
                  </a:moveTo>
                  <a:lnTo>
                    <a:pt x="7899400" y="25400"/>
                  </a:lnTo>
                  <a:lnTo>
                    <a:pt x="7899400" y="50800"/>
                  </a:lnTo>
                  <a:lnTo>
                    <a:pt x="7957295" y="50800"/>
                  </a:lnTo>
                  <a:lnTo>
                    <a:pt x="7959852" y="38100"/>
                  </a:lnTo>
                  <a:lnTo>
                    <a:pt x="7957295" y="2540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434" y="1615058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159753" y="0"/>
                  </a:moveTo>
                  <a:lnTo>
                    <a:pt x="0" y="159765"/>
                  </a:lnTo>
                  <a:lnTo>
                    <a:pt x="159753" y="319531"/>
                  </a:lnTo>
                  <a:lnTo>
                    <a:pt x="1597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187" y="1615058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0" y="0"/>
                  </a:moveTo>
                  <a:lnTo>
                    <a:pt x="0" y="319531"/>
                  </a:lnTo>
                  <a:lnTo>
                    <a:pt x="159753" y="159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F5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59613" y="2470530"/>
            <a:ext cx="8366125" cy="319405"/>
            <a:chOff x="359613" y="2470530"/>
            <a:chExt cx="8366125" cy="319405"/>
          </a:xfrm>
        </p:grpSpPr>
        <p:sp>
          <p:nvSpPr>
            <p:cNvPr id="11" name="object 11"/>
            <p:cNvSpPr/>
            <p:nvPr/>
          </p:nvSpPr>
          <p:spPr>
            <a:xfrm>
              <a:off x="707897" y="2611373"/>
              <a:ext cx="8018145" cy="76200"/>
            </a:xfrm>
            <a:custGeom>
              <a:avLst/>
              <a:gdLst/>
              <a:ahLst/>
              <a:cxnLst/>
              <a:rect l="l" t="t" r="r" b="b"/>
              <a:pathLst>
                <a:path w="8018145" h="76200">
                  <a:moveTo>
                    <a:pt x="254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5400" y="50800"/>
                  </a:lnTo>
                  <a:lnTo>
                    <a:pt x="25400" y="25400"/>
                  </a:lnTo>
                  <a:close/>
                </a:path>
                <a:path w="8018145" h="76200">
                  <a:moveTo>
                    <a:pt x="76200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8018145" h="76200">
                  <a:moveTo>
                    <a:pt x="126999" y="25400"/>
                  </a:moveTo>
                  <a:lnTo>
                    <a:pt x="101600" y="25400"/>
                  </a:lnTo>
                  <a:lnTo>
                    <a:pt x="101600" y="50800"/>
                  </a:lnTo>
                  <a:lnTo>
                    <a:pt x="126999" y="50800"/>
                  </a:lnTo>
                  <a:lnTo>
                    <a:pt x="126999" y="25400"/>
                  </a:lnTo>
                  <a:close/>
                </a:path>
                <a:path w="8018145" h="76200">
                  <a:moveTo>
                    <a:pt x="177799" y="25400"/>
                  </a:moveTo>
                  <a:lnTo>
                    <a:pt x="152399" y="25400"/>
                  </a:lnTo>
                  <a:lnTo>
                    <a:pt x="152399" y="50800"/>
                  </a:lnTo>
                  <a:lnTo>
                    <a:pt x="177799" y="50800"/>
                  </a:lnTo>
                  <a:lnTo>
                    <a:pt x="177799" y="25400"/>
                  </a:lnTo>
                  <a:close/>
                </a:path>
                <a:path w="8018145" h="76200">
                  <a:moveTo>
                    <a:pt x="228599" y="25400"/>
                  </a:moveTo>
                  <a:lnTo>
                    <a:pt x="203199" y="25400"/>
                  </a:lnTo>
                  <a:lnTo>
                    <a:pt x="203199" y="50800"/>
                  </a:lnTo>
                  <a:lnTo>
                    <a:pt x="228599" y="50800"/>
                  </a:lnTo>
                  <a:lnTo>
                    <a:pt x="228599" y="25400"/>
                  </a:lnTo>
                  <a:close/>
                </a:path>
                <a:path w="8018145" h="76200">
                  <a:moveTo>
                    <a:pt x="279399" y="25400"/>
                  </a:moveTo>
                  <a:lnTo>
                    <a:pt x="253999" y="25400"/>
                  </a:lnTo>
                  <a:lnTo>
                    <a:pt x="253999" y="50800"/>
                  </a:lnTo>
                  <a:lnTo>
                    <a:pt x="279399" y="50800"/>
                  </a:lnTo>
                  <a:lnTo>
                    <a:pt x="279399" y="25400"/>
                  </a:lnTo>
                  <a:close/>
                </a:path>
                <a:path w="8018145" h="76200">
                  <a:moveTo>
                    <a:pt x="330199" y="25400"/>
                  </a:moveTo>
                  <a:lnTo>
                    <a:pt x="304799" y="25400"/>
                  </a:lnTo>
                  <a:lnTo>
                    <a:pt x="304799" y="50800"/>
                  </a:lnTo>
                  <a:lnTo>
                    <a:pt x="330199" y="50800"/>
                  </a:lnTo>
                  <a:lnTo>
                    <a:pt x="330199" y="25400"/>
                  </a:lnTo>
                  <a:close/>
                </a:path>
                <a:path w="8018145" h="76200">
                  <a:moveTo>
                    <a:pt x="380999" y="25400"/>
                  </a:moveTo>
                  <a:lnTo>
                    <a:pt x="355599" y="25400"/>
                  </a:lnTo>
                  <a:lnTo>
                    <a:pt x="355599" y="50800"/>
                  </a:lnTo>
                  <a:lnTo>
                    <a:pt x="380999" y="50800"/>
                  </a:lnTo>
                  <a:lnTo>
                    <a:pt x="380999" y="25400"/>
                  </a:lnTo>
                  <a:close/>
                </a:path>
                <a:path w="8018145" h="76200">
                  <a:moveTo>
                    <a:pt x="431799" y="25400"/>
                  </a:moveTo>
                  <a:lnTo>
                    <a:pt x="406399" y="25400"/>
                  </a:lnTo>
                  <a:lnTo>
                    <a:pt x="406399" y="50800"/>
                  </a:lnTo>
                  <a:lnTo>
                    <a:pt x="431799" y="50800"/>
                  </a:lnTo>
                  <a:lnTo>
                    <a:pt x="431799" y="25400"/>
                  </a:lnTo>
                  <a:close/>
                </a:path>
                <a:path w="8018145" h="76200">
                  <a:moveTo>
                    <a:pt x="482599" y="25400"/>
                  </a:moveTo>
                  <a:lnTo>
                    <a:pt x="457199" y="25400"/>
                  </a:lnTo>
                  <a:lnTo>
                    <a:pt x="457199" y="50800"/>
                  </a:lnTo>
                  <a:lnTo>
                    <a:pt x="482599" y="50800"/>
                  </a:lnTo>
                  <a:lnTo>
                    <a:pt x="482599" y="25400"/>
                  </a:lnTo>
                  <a:close/>
                </a:path>
                <a:path w="8018145" h="76200">
                  <a:moveTo>
                    <a:pt x="533399" y="25400"/>
                  </a:moveTo>
                  <a:lnTo>
                    <a:pt x="507999" y="25400"/>
                  </a:lnTo>
                  <a:lnTo>
                    <a:pt x="507999" y="50800"/>
                  </a:lnTo>
                  <a:lnTo>
                    <a:pt x="533399" y="50800"/>
                  </a:lnTo>
                  <a:lnTo>
                    <a:pt x="533399" y="25400"/>
                  </a:lnTo>
                  <a:close/>
                </a:path>
                <a:path w="8018145" h="76200">
                  <a:moveTo>
                    <a:pt x="584199" y="25400"/>
                  </a:moveTo>
                  <a:lnTo>
                    <a:pt x="558799" y="25400"/>
                  </a:lnTo>
                  <a:lnTo>
                    <a:pt x="558799" y="50800"/>
                  </a:lnTo>
                  <a:lnTo>
                    <a:pt x="584199" y="50800"/>
                  </a:lnTo>
                  <a:lnTo>
                    <a:pt x="584199" y="25400"/>
                  </a:lnTo>
                  <a:close/>
                </a:path>
                <a:path w="8018145" h="76200">
                  <a:moveTo>
                    <a:pt x="634999" y="25400"/>
                  </a:moveTo>
                  <a:lnTo>
                    <a:pt x="609599" y="25400"/>
                  </a:lnTo>
                  <a:lnTo>
                    <a:pt x="609599" y="50800"/>
                  </a:lnTo>
                  <a:lnTo>
                    <a:pt x="634999" y="50800"/>
                  </a:lnTo>
                  <a:lnTo>
                    <a:pt x="634999" y="25400"/>
                  </a:lnTo>
                  <a:close/>
                </a:path>
                <a:path w="8018145" h="76200">
                  <a:moveTo>
                    <a:pt x="685799" y="25400"/>
                  </a:moveTo>
                  <a:lnTo>
                    <a:pt x="660399" y="25400"/>
                  </a:lnTo>
                  <a:lnTo>
                    <a:pt x="660399" y="50800"/>
                  </a:lnTo>
                  <a:lnTo>
                    <a:pt x="685799" y="50800"/>
                  </a:lnTo>
                  <a:lnTo>
                    <a:pt x="685799" y="25400"/>
                  </a:lnTo>
                  <a:close/>
                </a:path>
                <a:path w="8018145" h="76200">
                  <a:moveTo>
                    <a:pt x="736599" y="25400"/>
                  </a:moveTo>
                  <a:lnTo>
                    <a:pt x="711199" y="25400"/>
                  </a:lnTo>
                  <a:lnTo>
                    <a:pt x="711199" y="50800"/>
                  </a:lnTo>
                  <a:lnTo>
                    <a:pt x="736599" y="50800"/>
                  </a:lnTo>
                  <a:lnTo>
                    <a:pt x="736599" y="25400"/>
                  </a:lnTo>
                  <a:close/>
                </a:path>
                <a:path w="8018145" h="76200">
                  <a:moveTo>
                    <a:pt x="787399" y="25400"/>
                  </a:moveTo>
                  <a:lnTo>
                    <a:pt x="761999" y="25400"/>
                  </a:lnTo>
                  <a:lnTo>
                    <a:pt x="761999" y="50800"/>
                  </a:lnTo>
                  <a:lnTo>
                    <a:pt x="787399" y="50800"/>
                  </a:lnTo>
                  <a:lnTo>
                    <a:pt x="787399" y="25400"/>
                  </a:lnTo>
                  <a:close/>
                </a:path>
                <a:path w="8018145" h="76200">
                  <a:moveTo>
                    <a:pt x="838200" y="25400"/>
                  </a:moveTo>
                  <a:lnTo>
                    <a:pt x="812799" y="25400"/>
                  </a:lnTo>
                  <a:lnTo>
                    <a:pt x="812799" y="50800"/>
                  </a:lnTo>
                  <a:lnTo>
                    <a:pt x="838200" y="50800"/>
                  </a:lnTo>
                  <a:lnTo>
                    <a:pt x="838200" y="25400"/>
                  </a:lnTo>
                  <a:close/>
                </a:path>
                <a:path w="8018145" h="76200">
                  <a:moveTo>
                    <a:pt x="889000" y="25400"/>
                  </a:moveTo>
                  <a:lnTo>
                    <a:pt x="863600" y="25400"/>
                  </a:lnTo>
                  <a:lnTo>
                    <a:pt x="863600" y="50800"/>
                  </a:lnTo>
                  <a:lnTo>
                    <a:pt x="889000" y="50800"/>
                  </a:lnTo>
                  <a:lnTo>
                    <a:pt x="889000" y="25400"/>
                  </a:lnTo>
                  <a:close/>
                </a:path>
                <a:path w="8018145" h="76200">
                  <a:moveTo>
                    <a:pt x="939800" y="25400"/>
                  </a:moveTo>
                  <a:lnTo>
                    <a:pt x="914400" y="25400"/>
                  </a:lnTo>
                  <a:lnTo>
                    <a:pt x="914400" y="50800"/>
                  </a:lnTo>
                  <a:lnTo>
                    <a:pt x="939800" y="50800"/>
                  </a:lnTo>
                  <a:lnTo>
                    <a:pt x="939800" y="25400"/>
                  </a:lnTo>
                  <a:close/>
                </a:path>
                <a:path w="8018145" h="76200">
                  <a:moveTo>
                    <a:pt x="990600" y="25400"/>
                  </a:moveTo>
                  <a:lnTo>
                    <a:pt x="965200" y="25400"/>
                  </a:lnTo>
                  <a:lnTo>
                    <a:pt x="965200" y="50800"/>
                  </a:lnTo>
                  <a:lnTo>
                    <a:pt x="990600" y="50800"/>
                  </a:lnTo>
                  <a:lnTo>
                    <a:pt x="990600" y="25400"/>
                  </a:lnTo>
                  <a:close/>
                </a:path>
                <a:path w="8018145" h="76200">
                  <a:moveTo>
                    <a:pt x="1041400" y="25400"/>
                  </a:moveTo>
                  <a:lnTo>
                    <a:pt x="1016000" y="25400"/>
                  </a:lnTo>
                  <a:lnTo>
                    <a:pt x="1016000" y="50800"/>
                  </a:lnTo>
                  <a:lnTo>
                    <a:pt x="1041400" y="50800"/>
                  </a:lnTo>
                  <a:lnTo>
                    <a:pt x="1041400" y="25400"/>
                  </a:lnTo>
                  <a:close/>
                </a:path>
                <a:path w="8018145" h="76200">
                  <a:moveTo>
                    <a:pt x="1092200" y="25400"/>
                  </a:moveTo>
                  <a:lnTo>
                    <a:pt x="1066800" y="25400"/>
                  </a:lnTo>
                  <a:lnTo>
                    <a:pt x="1066800" y="50800"/>
                  </a:lnTo>
                  <a:lnTo>
                    <a:pt x="1092200" y="50800"/>
                  </a:lnTo>
                  <a:lnTo>
                    <a:pt x="1092200" y="25400"/>
                  </a:lnTo>
                  <a:close/>
                </a:path>
                <a:path w="8018145" h="76200">
                  <a:moveTo>
                    <a:pt x="1143000" y="25400"/>
                  </a:moveTo>
                  <a:lnTo>
                    <a:pt x="1117600" y="25400"/>
                  </a:lnTo>
                  <a:lnTo>
                    <a:pt x="1117600" y="50800"/>
                  </a:lnTo>
                  <a:lnTo>
                    <a:pt x="1143000" y="50800"/>
                  </a:lnTo>
                  <a:lnTo>
                    <a:pt x="1143000" y="25400"/>
                  </a:lnTo>
                  <a:close/>
                </a:path>
                <a:path w="8018145" h="76200">
                  <a:moveTo>
                    <a:pt x="1193800" y="25400"/>
                  </a:moveTo>
                  <a:lnTo>
                    <a:pt x="1168400" y="25400"/>
                  </a:lnTo>
                  <a:lnTo>
                    <a:pt x="1168400" y="50800"/>
                  </a:lnTo>
                  <a:lnTo>
                    <a:pt x="1193800" y="50800"/>
                  </a:lnTo>
                  <a:lnTo>
                    <a:pt x="1193800" y="25400"/>
                  </a:lnTo>
                  <a:close/>
                </a:path>
                <a:path w="8018145" h="76200">
                  <a:moveTo>
                    <a:pt x="1244600" y="25400"/>
                  </a:moveTo>
                  <a:lnTo>
                    <a:pt x="1219200" y="25400"/>
                  </a:lnTo>
                  <a:lnTo>
                    <a:pt x="1219200" y="50800"/>
                  </a:lnTo>
                  <a:lnTo>
                    <a:pt x="1244600" y="50800"/>
                  </a:lnTo>
                  <a:lnTo>
                    <a:pt x="1244600" y="25400"/>
                  </a:lnTo>
                  <a:close/>
                </a:path>
                <a:path w="8018145" h="76200">
                  <a:moveTo>
                    <a:pt x="1295400" y="25400"/>
                  </a:moveTo>
                  <a:lnTo>
                    <a:pt x="1270000" y="25400"/>
                  </a:lnTo>
                  <a:lnTo>
                    <a:pt x="1270000" y="50800"/>
                  </a:lnTo>
                  <a:lnTo>
                    <a:pt x="1295400" y="50800"/>
                  </a:lnTo>
                  <a:lnTo>
                    <a:pt x="1295400" y="25400"/>
                  </a:lnTo>
                  <a:close/>
                </a:path>
                <a:path w="8018145" h="76200">
                  <a:moveTo>
                    <a:pt x="1346200" y="25400"/>
                  </a:moveTo>
                  <a:lnTo>
                    <a:pt x="1320800" y="25400"/>
                  </a:lnTo>
                  <a:lnTo>
                    <a:pt x="1320800" y="50800"/>
                  </a:lnTo>
                  <a:lnTo>
                    <a:pt x="1346200" y="50800"/>
                  </a:lnTo>
                  <a:lnTo>
                    <a:pt x="1346200" y="25400"/>
                  </a:lnTo>
                  <a:close/>
                </a:path>
                <a:path w="8018145" h="76200">
                  <a:moveTo>
                    <a:pt x="1397000" y="25400"/>
                  </a:moveTo>
                  <a:lnTo>
                    <a:pt x="1371600" y="25400"/>
                  </a:lnTo>
                  <a:lnTo>
                    <a:pt x="1371600" y="50800"/>
                  </a:lnTo>
                  <a:lnTo>
                    <a:pt x="1397000" y="50800"/>
                  </a:lnTo>
                  <a:lnTo>
                    <a:pt x="1397000" y="25400"/>
                  </a:lnTo>
                  <a:close/>
                </a:path>
                <a:path w="8018145" h="76200">
                  <a:moveTo>
                    <a:pt x="1447800" y="25400"/>
                  </a:moveTo>
                  <a:lnTo>
                    <a:pt x="1422400" y="25400"/>
                  </a:lnTo>
                  <a:lnTo>
                    <a:pt x="1422400" y="50800"/>
                  </a:lnTo>
                  <a:lnTo>
                    <a:pt x="1447800" y="50800"/>
                  </a:lnTo>
                  <a:lnTo>
                    <a:pt x="1447800" y="25400"/>
                  </a:lnTo>
                  <a:close/>
                </a:path>
                <a:path w="8018145" h="76200">
                  <a:moveTo>
                    <a:pt x="1498600" y="25400"/>
                  </a:moveTo>
                  <a:lnTo>
                    <a:pt x="1473200" y="25400"/>
                  </a:lnTo>
                  <a:lnTo>
                    <a:pt x="1473200" y="50800"/>
                  </a:lnTo>
                  <a:lnTo>
                    <a:pt x="1498600" y="50800"/>
                  </a:lnTo>
                  <a:lnTo>
                    <a:pt x="1498600" y="25400"/>
                  </a:lnTo>
                  <a:close/>
                </a:path>
                <a:path w="8018145" h="76200">
                  <a:moveTo>
                    <a:pt x="1549400" y="25400"/>
                  </a:moveTo>
                  <a:lnTo>
                    <a:pt x="1524000" y="25400"/>
                  </a:lnTo>
                  <a:lnTo>
                    <a:pt x="1524000" y="50800"/>
                  </a:lnTo>
                  <a:lnTo>
                    <a:pt x="1549400" y="50800"/>
                  </a:lnTo>
                  <a:lnTo>
                    <a:pt x="1549400" y="25400"/>
                  </a:lnTo>
                  <a:close/>
                </a:path>
                <a:path w="8018145" h="76200">
                  <a:moveTo>
                    <a:pt x="1600200" y="25400"/>
                  </a:moveTo>
                  <a:lnTo>
                    <a:pt x="1574800" y="25400"/>
                  </a:lnTo>
                  <a:lnTo>
                    <a:pt x="1574800" y="50800"/>
                  </a:lnTo>
                  <a:lnTo>
                    <a:pt x="1600200" y="50800"/>
                  </a:lnTo>
                  <a:lnTo>
                    <a:pt x="1600200" y="25400"/>
                  </a:lnTo>
                  <a:close/>
                </a:path>
                <a:path w="8018145" h="76200">
                  <a:moveTo>
                    <a:pt x="1651000" y="25400"/>
                  </a:moveTo>
                  <a:lnTo>
                    <a:pt x="1625600" y="25400"/>
                  </a:lnTo>
                  <a:lnTo>
                    <a:pt x="1625600" y="50800"/>
                  </a:lnTo>
                  <a:lnTo>
                    <a:pt x="1651000" y="50800"/>
                  </a:lnTo>
                  <a:lnTo>
                    <a:pt x="1651000" y="25400"/>
                  </a:lnTo>
                  <a:close/>
                </a:path>
                <a:path w="8018145" h="76200">
                  <a:moveTo>
                    <a:pt x="1701800" y="25400"/>
                  </a:moveTo>
                  <a:lnTo>
                    <a:pt x="1676400" y="25400"/>
                  </a:lnTo>
                  <a:lnTo>
                    <a:pt x="1676400" y="50800"/>
                  </a:lnTo>
                  <a:lnTo>
                    <a:pt x="1701800" y="50800"/>
                  </a:lnTo>
                  <a:lnTo>
                    <a:pt x="1701800" y="25400"/>
                  </a:lnTo>
                  <a:close/>
                </a:path>
                <a:path w="8018145" h="76200">
                  <a:moveTo>
                    <a:pt x="1752600" y="25400"/>
                  </a:moveTo>
                  <a:lnTo>
                    <a:pt x="1727200" y="25400"/>
                  </a:lnTo>
                  <a:lnTo>
                    <a:pt x="1727200" y="50800"/>
                  </a:lnTo>
                  <a:lnTo>
                    <a:pt x="1752600" y="50800"/>
                  </a:lnTo>
                  <a:lnTo>
                    <a:pt x="1752600" y="25400"/>
                  </a:lnTo>
                  <a:close/>
                </a:path>
                <a:path w="8018145" h="76200">
                  <a:moveTo>
                    <a:pt x="1803400" y="25400"/>
                  </a:moveTo>
                  <a:lnTo>
                    <a:pt x="1778000" y="25400"/>
                  </a:lnTo>
                  <a:lnTo>
                    <a:pt x="1778000" y="50800"/>
                  </a:lnTo>
                  <a:lnTo>
                    <a:pt x="1803400" y="50800"/>
                  </a:lnTo>
                  <a:lnTo>
                    <a:pt x="1803400" y="25400"/>
                  </a:lnTo>
                  <a:close/>
                </a:path>
                <a:path w="8018145" h="76200">
                  <a:moveTo>
                    <a:pt x="1854200" y="25400"/>
                  </a:moveTo>
                  <a:lnTo>
                    <a:pt x="1828800" y="25400"/>
                  </a:lnTo>
                  <a:lnTo>
                    <a:pt x="1828800" y="50800"/>
                  </a:lnTo>
                  <a:lnTo>
                    <a:pt x="1854200" y="50800"/>
                  </a:lnTo>
                  <a:lnTo>
                    <a:pt x="1854200" y="25400"/>
                  </a:lnTo>
                  <a:close/>
                </a:path>
                <a:path w="8018145" h="76200">
                  <a:moveTo>
                    <a:pt x="1905000" y="25400"/>
                  </a:moveTo>
                  <a:lnTo>
                    <a:pt x="1879600" y="25400"/>
                  </a:lnTo>
                  <a:lnTo>
                    <a:pt x="1879600" y="50800"/>
                  </a:lnTo>
                  <a:lnTo>
                    <a:pt x="1905000" y="50800"/>
                  </a:lnTo>
                  <a:lnTo>
                    <a:pt x="1905000" y="25400"/>
                  </a:lnTo>
                  <a:close/>
                </a:path>
                <a:path w="8018145" h="76200">
                  <a:moveTo>
                    <a:pt x="1955800" y="25400"/>
                  </a:moveTo>
                  <a:lnTo>
                    <a:pt x="1930400" y="25400"/>
                  </a:lnTo>
                  <a:lnTo>
                    <a:pt x="1930400" y="50800"/>
                  </a:lnTo>
                  <a:lnTo>
                    <a:pt x="1955800" y="50800"/>
                  </a:lnTo>
                  <a:lnTo>
                    <a:pt x="1955800" y="25400"/>
                  </a:lnTo>
                  <a:close/>
                </a:path>
                <a:path w="8018145" h="76200">
                  <a:moveTo>
                    <a:pt x="2006600" y="25400"/>
                  </a:moveTo>
                  <a:lnTo>
                    <a:pt x="1981200" y="25400"/>
                  </a:lnTo>
                  <a:lnTo>
                    <a:pt x="1981200" y="50800"/>
                  </a:lnTo>
                  <a:lnTo>
                    <a:pt x="2006600" y="50800"/>
                  </a:lnTo>
                  <a:lnTo>
                    <a:pt x="2006600" y="25400"/>
                  </a:lnTo>
                  <a:close/>
                </a:path>
                <a:path w="8018145" h="76200">
                  <a:moveTo>
                    <a:pt x="2057400" y="25400"/>
                  </a:moveTo>
                  <a:lnTo>
                    <a:pt x="2032000" y="25400"/>
                  </a:lnTo>
                  <a:lnTo>
                    <a:pt x="2032000" y="50800"/>
                  </a:lnTo>
                  <a:lnTo>
                    <a:pt x="2057400" y="50800"/>
                  </a:lnTo>
                  <a:lnTo>
                    <a:pt x="2057400" y="25400"/>
                  </a:lnTo>
                  <a:close/>
                </a:path>
                <a:path w="8018145" h="76200">
                  <a:moveTo>
                    <a:pt x="2108200" y="25400"/>
                  </a:moveTo>
                  <a:lnTo>
                    <a:pt x="2082800" y="25400"/>
                  </a:lnTo>
                  <a:lnTo>
                    <a:pt x="2082800" y="50800"/>
                  </a:lnTo>
                  <a:lnTo>
                    <a:pt x="2108200" y="50800"/>
                  </a:lnTo>
                  <a:lnTo>
                    <a:pt x="2108200" y="25400"/>
                  </a:lnTo>
                  <a:close/>
                </a:path>
                <a:path w="8018145" h="76200">
                  <a:moveTo>
                    <a:pt x="2159000" y="25400"/>
                  </a:moveTo>
                  <a:lnTo>
                    <a:pt x="2133600" y="25400"/>
                  </a:lnTo>
                  <a:lnTo>
                    <a:pt x="2133600" y="50800"/>
                  </a:lnTo>
                  <a:lnTo>
                    <a:pt x="2159000" y="50800"/>
                  </a:lnTo>
                  <a:lnTo>
                    <a:pt x="2159000" y="25400"/>
                  </a:lnTo>
                  <a:close/>
                </a:path>
                <a:path w="8018145" h="76200">
                  <a:moveTo>
                    <a:pt x="2209800" y="25400"/>
                  </a:moveTo>
                  <a:lnTo>
                    <a:pt x="2184400" y="25400"/>
                  </a:lnTo>
                  <a:lnTo>
                    <a:pt x="2184400" y="50800"/>
                  </a:lnTo>
                  <a:lnTo>
                    <a:pt x="2209800" y="50800"/>
                  </a:lnTo>
                  <a:lnTo>
                    <a:pt x="2209800" y="25400"/>
                  </a:lnTo>
                  <a:close/>
                </a:path>
                <a:path w="8018145" h="76200">
                  <a:moveTo>
                    <a:pt x="2260600" y="25400"/>
                  </a:moveTo>
                  <a:lnTo>
                    <a:pt x="2235200" y="25400"/>
                  </a:lnTo>
                  <a:lnTo>
                    <a:pt x="2235200" y="50800"/>
                  </a:lnTo>
                  <a:lnTo>
                    <a:pt x="2260600" y="50800"/>
                  </a:lnTo>
                  <a:lnTo>
                    <a:pt x="2260600" y="25400"/>
                  </a:lnTo>
                  <a:close/>
                </a:path>
                <a:path w="8018145" h="76200">
                  <a:moveTo>
                    <a:pt x="2311400" y="25400"/>
                  </a:moveTo>
                  <a:lnTo>
                    <a:pt x="2286000" y="254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25400"/>
                  </a:lnTo>
                  <a:close/>
                </a:path>
                <a:path w="8018145" h="76200">
                  <a:moveTo>
                    <a:pt x="2362200" y="25400"/>
                  </a:moveTo>
                  <a:lnTo>
                    <a:pt x="2336800" y="25400"/>
                  </a:lnTo>
                  <a:lnTo>
                    <a:pt x="2336800" y="50800"/>
                  </a:lnTo>
                  <a:lnTo>
                    <a:pt x="2362200" y="50800"/>
                  </a:lnTo>
                  <a:lnTo>
                    <a:pt x="2362200" y="25400"/>
                  </a:lnTo>
                  <a:close/>
                </a:path>
                <a:path w="8018145" h="76200">
                  <a:moveTo>
                    <a:pt x="2413000" y="25400"/>
                  </a:moveTo>
                  <a:lnTo>
                    <a:pt x="2387600" y="25400"/>
                  </a:lnTo>
                  <a:lnTo>
                    <a:pt x="2387600" y="50800"/>
                  </a:lnTo>
                  <a:lnTo>
                    <a:pt x="2413000" y="50800"/>
                  </a:lnTo>
                  <a:lnTo>
                    <a:pt x="2413000" y="25400"/>
                  </a:lnTo>
                  <a:close/>
                </a:path>
                <a:path w="8018145" h="76200">
                  <a:moveTo>
                    <a:pt x="2463800" y="25400"/>
                  </a:moveTo>
                  <a:lnTo>
                    <a:pt x="2438400" y="25400"/>
                  </a:lnTo>
                  <a:lnTo>
                    <a:pt x="2438400" y="50800"/>
                  </a:lnTo>
                  <a:lnTo>
                    <a:pt x="2463800" y="50800"/>
                  </a:lnTo>
                  <a:lnTo>
                    <a:pt x="2463800" y="25400"/>
                  </a:lnTo>
                  <a:close/>
                </a:path>
                <a:path w="8018145" h="76200">
                  <a:moveTo>
                    <a:pt x="2514600" y="25400"/>
                  </a:moveTo>
                  <a:lnTo>
                    <a:pt x="2489200" y="25400"/>
                  </a:lnTo>
                  <a:lnTo>
                    <a:pt x="2489200" y="50800"/>
                  </a:lnTo>
                  <a:lnTo>
                    <a:pt x="2514600" y="50800"/>
                  </a:lnTo>
                  <a:lnTo>
                    <a:pt x="2514600" y="25400"/>
                  </a:lnTo>
                  <a:close/>
                </a:path>
                <a:path w="8018145" h="76200">
                  <a:moveTo>
                    <a:pt x="2565400" y="25400"/>
                  </a:moveTo>
                  <a:lnTo>
                    <a:pt x="2540000" y="25400"/>
                  </a:lnTo>
                  <a:lnTo>
                    <a:pt x="25400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8018145" h="76200">
                  <a:moveTo>
                    <a:pt x="2616200" y="25400"/>
                  </a:moveTo>
                  <a:lnTo>
                    <a:pt x="2590800" y="25400"/>
                  </a:lnTo>
                  <a:lnTo>
                    <a:pt x="2590800" y="50800"/>
                  </a:lnTo>
                  <a:lnTo>
                    <a:pt x="2616200" y="50800"/>
                  </a:lnTo>
                  <a:lnTo>
                    <a:pt x="2616200" y="25400"/>
                  </a:lnTo>
                  <a:close/>
                </a:path>
                <a:path w="8018145" h="76200">
                  <a:moveTo>
                    <a:pt x="2667000" y="25400"/>
                  </a:moveTo>
                  <a:lnTo>
                    <a:pt x="2641600" y="25400"/>
                  </a:lnTo>
                  <a:lnTo>
                    <a:pt x="2641600" y="50800"/>
                  </a:lnTo>
                  <a:lnTo>
                    <a:pt x="2667000" y="50800"/>
                  </a:lnTo>
                  <a:lnTo>
                    <a:pt x="2667000" y="25400"/>
                  </a:lnTo>
                  <a:close/>
                </a:path>
                <a:path w="8018145" h="76200">
                  <a:moveTo>
                    <a:pt x="2717800" y="25400"/>
                  </a:moveTo>
                  <a:lnTo>
                    <a:pt x="2692400" y="25400"/>
                  </a:lnTo>
                  <a:lnTo>
                    <a:pt x="2692400" y="50800"/>
                  </a:lnTo>
                  <a:lnTo>
                    <a:pt x="2717800" y="50800"/>
                  </a:lnTo>
                  <a:lnTo>
                    <a:pt x="2717800" y="25400"/>
                  </a:lnTo>
                  <a:close/>
                </a:path>
                <a:path w="8018145" h="76200">
                  <a:moveTo>
                    <a:pt x="2768600" y="25400"/>
                  </a:moveTo>
                  <a:lnTo>
                    <a:pt x="2743200" y="25400"/>
                  </a:lnTo>
                  <a:lnTo>
                    <a:pt x="2743200" y="50800"/>
                  </a:lnTo>
                  <a:lnTo>
                    <a:pt x="2768600" y="50800"/>
                  </a:lnTo>
                  <a:lnTo>
                    <a:pt x="2768600" y="25400"/>
                  </a:lnTo>
                  <a:close/>
                </a:path>
                <a:path w="8018145" h="76200">
                  <a:moveTo>
                    <a:pt x="2819400" y="25400"/>
                  </a:moveTo>
                  <a:lnTo>
                    <a:pt x="2794000" y="25400"/>
                  </a:lnTo>
                  <a:lnTo>
                    <a:pt x="2794000" y="50800"/>
                  </a:lnTo>
                  <a:lnTo>
                    <a:pt x="2819400" y="50800"/>
                  </a:lnTo>
                  <a:lnTo>
                    <a:pt x="2819400" y="25400"/>
                  </a:lnTo>
                  <a:close/>
                </a:path>
                <a:path w="8018145" h="76200">
                  <a:moveTo>
                    <a:pt x="2870200" y="25400"/>
                  </a:moveTo>
                  <a:lnTo>
                    <a:pt x="2844800" y="25400"/>
                  </a:lnTo>
                  <a:lnTo>
                    <a:pt x="2844800" y="50800"/>
                  </a:lnTo>
                  <a:lnTo>
                    <a:pt x="2870200" y="50800"/>
                  </a:lnTo>
                  <a:lnTo>
                    <a:pt x="2870200" y="25400"/>
                  </a:lnTo>
                  <a:close/>
                </a:path>
                <a:path w="8018145" h="76200">
                  <a:moveTo>
                    <a:pt x="2921000" y="25400"/>
                  </a:moveTo>
                  <a:lnTo>
                    <a:pt x="2895600" y="25400"/>
                  </a:lnTo>
                  <a:lnTo>
                    <a:pt x="2895600" y="50800"/>
                  </a:lnTo>
                  <a:lnTo>
                    <a:pt x="2921000" y="50800"/>
                  </a:lnTo>
                  <a:lnTo>
                    <a:pt x="2921000" y="25400"/>
                  </a:lnTo>
                  <a:close/>
                </a:path>
                <a:path w="8018145" h="76200">
                  <a:moveTo>
                    <a:pt x="2971800" y="25400"/>
                  </a:moveTo>
                  <a:lnTo>
                    <a:pt x="2946400" y="25400"/>
                  </a:lnTo>
                  <a:lnTo>
                    <a:pt x="2946400" y="50800"/>
                  </a:lnTo>
                  <a:lnTo>
                    <a:pt x="2971800" y="50800"/>
                  </a:lnTo>
                  <a:lnTo>
                    <a:pt x="2971800" y="25400"/>
                  </a:lnTo>
                  <a:close/>
                </a:path>
                <a:path w="8018145" h="76200">
                  <a:moveTo>
                    <a:pt x="3022600" y="25400"/>
                  </a:moveTo>
                  <a:lnTo>
                    <a:pt x="2997200" y="25400"/>
                  </a:lnTo>
                  <a:lnTo>
                    <a:pt x="2997200" y="50800"/>
                  </a:lnTo>
                  <a:lnTo>
                    <a:pt x="3022600" y="50800"/>
                  </a:lnTo>
                  <a:lnTo>
                    <a:pt x="3022600" y="25400"/>
                  </a:lnTo>
                  <a:close/>
                </a:path>
                <a:path w="8018145" h="76200">
                  <a:moveTo>
                    <a:pt x="3073400" y="25400"/>
                  </a:moveTo>
                  <a:lnTo>
                    <a:pt x="3048000" y="25400"/>
                  </a:lnTo>
                  <a:lnTo>
                    <a:pt x="3048000" y="50800"/>
                  </a:lnTo>
                  <a:lnTo>
                    <a:pt x="3073400" y="50800"/>
                  </a:lnTo>
                  <a:lnTo>
                    <a:pt x="3073400" y="25400"/>
                  </a:lnTo>
                  <a:close/>
                </a:path>
                <a:path w="8018145" h="76200">
                  <a:moveTo>
                    <a:pt x="3124200" y="25400"/>
                  </a:moveTo>
                  <a:lnTo>
                    <a:pt x="3098800" y="25400"/>
                  </a:lnTo>
                  <a:lnTo>
                    <a:pt x="3098800" y="50800"/>
                  </a:lnTo>
                  <a:lnTo>
                    <a:pt x="3124200" y="50800"/>
                  </a:lnTo>
                  <a:lnTo>
                    <a:pt x="3124200" y="25400"/>
                  </a:lnTo>
                  <a:close/>
                </a:path>
                <a:path w="8018145" h="76200">
                  <a:moveTo>
                    <a:pt x="3175000" y="25400"/>
                  </a:moveTo>
                  <a:lnTo>
                    <a:pt x="3149600" y="25400"/>
                  </a:lnTo>
                  <a:lnTo>
                    <a:pt x="3149600" y="50800"/>
                  </a:lnTo>
                  <a:lnTo>
                    <a:pt x="3175000" y="50800"/>
                  </a:lnTo>
                  <a:lnTo>
                    <a:pt x="3175000" y="25400"/>
                  </a:lnTo>
                  <a:close/>
                </a:path>
                <a:path w="8018145" h="76200">
                  <a:moveTo>
                    <a:pt x="3225800" y="25400"/>
                  </a:moveTo>
                  <a:lnTo>
                    <a:pt x="3200400" y="25400"/>
                  </a:lnTo>
                  <a:lnTo>
                    <a:pt x="3200400" y="50800"/>
                  </a:lnTo>
                  <a:lnTo>
                    <a:pt x="3225800" y="50800"/>
                  </a:lnTo>
                  <a:lnTo>
                    <a:pt x="3225800" y="25400"/>
                  </a:lnTo>
                  <a:close/>
                </a:path>
                <a:path w="8018145" h="76200">
                  <a:moveTo>
                    <a:pt x="3276600" y="25400"/>
                  </a:moveTo>
                  <a:lnTo>
                    <a:pt x="3251200" y="25400"/>
                  </a:lnTo>
                  <a:lnTo>
                    <a:pt x="3251200" y="50800"/>
                  </a:lnTo>
                  <a:lnTo>
                    <a:pt x="3276600" y="50800"/>
                  </a:lnTo>
                  <a:lnTo>
                    <a:pt x="3276600" y="25400"/>
                  </a:lnTo>
                  <a:close/>
                </a:path>
                <a:path w="8018145" h="76200">
                  <a:moveTo>
                    <a:pt x="3327400" y="25400"/>
                  </a:moveTo>
                  <a:lnTo>
                    <a:pt x="3302000" y="25400"/>
                  </a:lnTo>
                  <a:lnTo>
                    <a:pt x="3302000" y="50800"/>
                  </a:lnTo>
                  <a:lnTo>
                    <a:pt x="3327400" y="50800"/>
                  </a:lnTo>
                  <a:lnTo>
                    <a:pt x="3327400" y="25400"/>
                  </a:lnTo>
                  <a:close/>
                </a:path>
                <a:path w="8018145" h="76200">
                  <a:moveTo>
                    <a:pt x="3378200" y="25400"/>
                  </a:moveTo>
                  <a:lnTo>
                    <a:pt x="3352800" y="25400"/>
                  </a:lnTo>
                  <a:lnTo>
                    <a:pt x="3352800" y="50800"/>
                  </a:lnTo>
                  <a:lnTo>
                    <a:pt x="3378200" y="50800"/>
                  </a:lnTo>
                  <a:lnTo>
                    <a:pt x="3378200" y="25400"/>
                  </a:lnTo>
                  <a:close/>
                </a:path>
                <a:path w="8018145" h="76200">
                  <a:moveTo>
                    <a:pt x="3429000" y="25400"/>
                  </a:moveTo>
                  <a:lnTo>
                    <a:pt x="3403600" y="25400"/>
                  </a:lnTo>
                  <a:lnTo>
                    <a:pt x="3403600" y="50800"/>
                  </a:lnTo>
                  <a:lnTo>
                    <a:pt x="3429000" y="50800"/>
                  </a:lnTo>
                  <a:lnTo>
                    <a:pt x="3429000" y="25400"/>
                  </a:lnTo>
                  <a:close/>
                </a:path>
                <a:path w="8018145" h="76200">
                  <a:moveTo>
                    <a:pt x="3479800" y="25400"/>
                  </a:moveTo>
                  <a:lnTo>
                    <a:pt x="3454400" y="25400"/>
                  </a:lnTo>
                  <a:lnTo>
                    <a:pt x="3454400" y="50800"/>
                  </a:lnTo>
                  <a:lnTo>
                    <a:pt x="3479800" y="50800"/>
                  </a:lnTo>
                  <a:lnTo>
                    <a:pt x="3479800" y="25400"/>
                  </a:lnTo>
                  <a:close/>
                </a:path>
                <a:path w="8018145" h="76200">
                  <a:moveTo>
                    <a:pt x="3530600" y="25400"/>
                  </a:moveTo>
                  <a:lnTo>
                    <a:pt x="3505200" y="25400"/>
                  </a:lnTo>
                  <a:lnTo>
                    <a:pt x="3505200" y="50800"/>
                  </a:lnTo>
                  <a:lnTo>
                    <a:pt x="3530600" y="50800"/>
                  </a:lnTo>
                  <a:lnTo>
                    <a:pt x="3530600" y="25400"/>
                  </a:lnTo>
                  <a:close/>
                </a:path>
                <a:path w="8018145" h="76200">
                  <a:moveTo>
                    <a:pt x="3581400" y="25400"/>
                  </a:moveTo>
                  <a:lnTo>
                    <a:pt x="3556000" y="25400"/>
                  </a:lnTo>
                  <a:lnTo>
                    <a:pt x="3556000" y="50800"/>
                  </a:lnTo>
                  <a:lnTo>
                    <a:pt x="3581400" y="50800"/>
                  </a:lnTo>
                  <a:lnTo>
                    <a:pt x="3581400" y="25400"/>
                  </a:lnTo>
                  <a:close/>
                </a:path>
                <a:path w="8018145" h="76200">
                  <a:moveTo>
                    <a:pt x="3632200" y="25400"/>
                  </a:moveTo>
                  <a:lnTo>
                    <a:pt x="3606800" y="25400"/>
                  </a:lnTo>
                  <a:lnTo>
                    <a:pt x="3606800" y="50800"/>
                  </a:lnTo>
                  <a:lnTo>
                    <a:pt x="3632200" y="50800"/>
                  </a:lnTo>
                  <a:lnTo>
                    <a:pt x="3632200" y="25400"/>
                  </a:lnTo>
                  <a:close/>
                </a:path>
                <a:path w="8018145" h="76200">
                  <a:moveTo>
                    <a:pt x="3683000" y="25400"/>
                  </a:moveTo>
                  <a:lnTo>
                    <a:pt x="3657600" y="25400"/>
                  </a:lnTo>
                  <a:lnTo>
                    <a:pt x="3657600" y="50800"/>
                  </a:lnTo>
                  <a:lnTo>
                    <a:pt x="3683000" y="50800"/>
                  </a:lnTo>
                  <a:lnTo>
                    <a:pt x="3683000" y="25400"/>
                  </a:lnTo>
                  <a:close/>
                </a:path>
                <a:path w="8018145" h="76200">
                  <a:moveTo>
                    <a:pt x="3733800" y="25400"/>
                  </a:moveTo>
                  <a:lnTo>
                    <a:pt x="3708400" y="25400"/>
                  </a:lnTo>
                  <a:lnTo>
                    <a:pt x="3708400" y="50800"/>
                  </a:lnTo>
                  <a:lnTo>
                    <a:pt x="3733800" y="50800"/>
                  </a:lnTo>
                  <a:lnTo>
                    <a:pt x="3733800" y="25400"/>
                  </a:lnTo>
                  <a:close/>
                </a:path>
                <a:path w="8018145" h="76200">
                  <a:moveTo>
                    <a:pt x="3784600" y="25400"/>
                  </a:moveTo>
                  <a:lnTo>
                    <a:pt x="3759200" y="25400"/>
                  </a:lnTo>
                  <a:lnTo>
                    <a:pt x="3759200" y="50800"/>
                  </a:lnTo>
                  <a:lnTo>
                    <a:pt x="3784600" y="50800"/>
                  </a:lnTo>
                  <a:lnTo>
                    <a:pt x="3784600" y="25400"/>
                  </a:lnTo>
                  <a:close/>
                </a:path>
                <a:path w="8018145" h="76200">
                  <a:moveTo>
                    <a:pt x="3835400" y="25400"/>
                  </a:moveTo>
                  <a:lnTo>
                    <a:pt x="3810000" y="25400"/>
                  </a:lnTo>
                  <a:lnTo>
                    <a:pt x="3810000" y="50800"/>
                  </a:lnTo>
                  <a:lnTo>
                    <a:pt x="3835400" y="50800"/>
                  </a:lnTo>
                  <a:lnTo>
                    <a:pt x="3835400" y="25400"/>
                  </a:lnTo>
                  <a:close/>
                </a:path>
                <a:path w="8018145" h="76200">
                  <a:moveTo>
                    <a:pt x="3886200" y="25400"/>
                  </a:moveTo>
                  <a:lnTo>
                    <a:pt x="3860800" y="25400"/>
                  </a:lnTo>
                  <a:lnTo>
                    <a:pt x="386080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8018145" h="76200">
                  <a:moveTo>
                    <a:pt x="3937000" y="25400"/>
                  </a:moveTo>
                  <a:lnTo>
                    <a:pt x="3911600" y="25400"/>
                  </a:lnTo>
                  <a:lnTo>
                    <a:pt x="3911600" y="50800"/>
                  </a:lnTo>
                  <a:lnTo>
                    <a:pt x="3937000" y="50800"/>
                  </a:lnTo>
                  <a:lnTo>
                    <a:pt x="3937000" y="25400"/>
                  </a:lnTo>
                  <a:close/>
                </a:path>
                <a:path w="8018145" h="76200">
                  <a:moveTo>
                    <a:pt x="3987800" y="25400"/>
                  </a:moveTo>
                  <a:lnTo>
                    <a:pt x="3962400" y="25400"/>
                  </a:lnTo>
                  <a:lnTo>
                    <a:pt x="3962400" y="50800"/>
                  </a:lnTo>
                  <a:lnTo>
                    <a:pt x="3987800" y="50800"/>
                  </a:lnTo>
                  <a:lnTo>
                    <a:pt x="3987800" y="25400"/>
                  </a:lnTo>
                  <a:close/>
                </a:path>
                <a:path w="8018145" h="76200">
                  <a:moveTo>
                    <a:pt x="4038600" y="25400"/>
                  </a:moveTo>
                  <a:lnTo>
                    <a:pt x="4013200" y="25400"/>
                  </a:lnTo>
                  <a:lnTo>
                    <a:pt x="4013200" y="50800"/>
                  </a:lnTo>
                  <a:lnTo>
                    <a:pt x="4038600" y="50800"/>
                  </a:lnTo>
                  <a:lnTo>
                    <a:pt x="4038600" y="25400"/>
                  </a:lnTo>
                  <a:close/>
                </a:path>
                <a:path w="8018145" h="76200">
                  <a:moveTo>
                    <a:pt x="4089400" y="25400"/>
                  </a:moveTo>
                  <a:lnTo>
                    <a:pt x="4064000" y="25400"/>
                  </a:lnTo>
                  <a:lnTo>
                    <a:pt x="4064000" y="50800"/>
                  </a:lnTo>
                  <a:lnTo>
                    <a:pt x="4089400" y="50800"/>
                  </a:lnTo>
                  <a:lnTo>
                    <a:pt x="4089400" y="25400"/>
                  </a:lnTo>
                  <a:close/>
                </a:path>
                <a:path w="8018145" h="76200">
                  <a:moveTo>
                    <a:pt x="4140200" y="25400"/>
                  </a:moveTo>
                  <a:lnTo>
                    <a:pt x="4114800" y="25400"/>
                  </a:lnTo>
                  <a:lnTo>
                    <a:pt x="4114800" y="50800"/>
                  </a:lnTo>
                  <a:lnTo>
                    <a:pt x="4140200" y="50800"/>
                  </a:lnTo>
                  <a:lnTo>
                    <a:pt x="4140200" y="25400"/>
                  </a:lnTo>
                  <a:close/>
                </a:path>
                <a:path w="8018145" h="76200">
                  <a:moveTo>
                    <a:pt x="4191000" y="25400"/>
                  </a:moveTo>
                  <a:lnTo>
                    <a:pt x="4165600" y="25400"/>
                  </a:lnTo>
                  <a:lnTo>
                    <a:pt x="4165600" y="50800"/>
                  </a:lnTo>
                  <a:lnTo>
                    <a:pt x="4191000" y="50800"/>
                  </a:lnTo>
                  <a:lnTo>
                    <a:pt x="4191000" y="25400"/>
                  </a:lnTo>
                  <a:close/>
                </a:path>
                <a:path w="8018145" h="76200">
                  <a:moveTo>
                    <a:pt x="4241800" y="25400"/>
                  </a:moveTo>
                  <a:lnTo>
                    <a:pt x="4216400" y="25400"/>
                  </a:lnTo>
                  <a:lnTo>
                    <a:pt x="4216400" y="50800"/>
                  </a:lnTo>
                  <a:lnTo>
                    <a:pt x="4241800" y="50800"/>
                  </a:lnTo>
                  <a:lnTo>
                    <a:pt x="4241800" y="25400"/>
                  </a:lnTo>
                  <a:close/>
                </a:path>
                <a:path w="8018145" h="76200">
                  <a:moveTo>
                    <a:pt x="4292600" y="25400"/>
                  </a:moveTo>
                  <a:lnTo>
                    <a:pt x="4267200" y="25400"/>
                  </a:lnTo>
                  <a:lnTo>
                    <a:pt x="4267200" y="50800"/>
                  </a:lnTo>
                  <a:lnTo>
                    <a:pt x="4292600" y="50800"/>
                  </a:lnTo>
                  <a:lnTo>
                    <a:pt x="4292600" y="25400"/>
                  </a:lnTo>
                  <a:close/>
                </a:path>
                <a:path w="8018145" h="76200">
                  <a:moveTo>
                    <a:pt x="4343400" y="25400"/>
                  </a:moveTo>
                  <a:lnTo>
                    <a:pt x="4318000" y="25400"/>
                  </a:lnTo>
                  <a:lnTo>
                    <a:pt x="4318000" y="50800"/>
                  </a:lnTo>
                  <a:lnTo>
                    <a:pt x="4343400" y="50800"/>
                  </a:lnTo>
                  <a:lnTo>
                    <a:pt x="4343400" y="25400"/>
                  </a:lnTo>
                  <a:close/>
                </a:path>
                <a:path w="8018145" h="76200">
                  <a:moveTo>
                    <a:pt x="4394200" y="25400"/>
                  </a:moveTo>
                  <a:lnTo>
                    <a:pt x="4368800" y="25400"/>
                  </a:lnTo>
                  <a:lnTo>
                    <a:pt x="4368800" y="50800"/>
                  </a:lnTo>
                  <a:lnTo>
                    <a:pt x="4394200" y="50800"/>
                  </a:lnTo>
                  <a:lnTo>
                    <a:pt x="4394200" y="25400"/>
                  </a:lnTo>
                  <a:close/>
                </a:path>
                <a:path w="8018145" h="76200">
                  <a:moveTo>
                    <a:pt x="4445000" y="25400"/>
                  </a:moveTo>
                  <a:lnTo>
                    <a:pt x="4419600" y="25400"/>
                  </a:lnTo>
                  <a:lnTo>
                    <a:pt x="4419600" y="50800"/>
                  </a:lnTo>
                  <a:lnTo>
                    <a:pt x="4445000" y="50800"/>
                  </a:lnTo>
                  <a:lnTo>
                    <a:pt x="4445000" y="25400"/>
                  </a:lnTo>
                  <a:close/>
                </a:path>
                <a:path w="8018145" h="76200">
                  <a:moveTo>
                    <a:pt x="4495800" y="25400"/>
                  </a:moveTo>
                  <a:lnTo>
                    <a:pt x="4470400" y="25400"/>
                  </a:lnTo>
                  <a:lnTo>
                    <a:pt x="4470400" y="50800"/>
                  </a:lnTo>
                  <a:lnTo>
                    <a:pt x="4495800" y="50800"/>
                  </a:lnTo>
                  <a:lnTo>
                    <a:pt x="4495800" y="25400"/>
                  </a:lnTo>
                  <a:close/>
                </a:path>
                <a:path w="8018145" h="76200">
                  <a:moveTo>
                    <a:pt x="4546600" y="25400"/>
                  </a:moveTo>
                  <a:lnTo>
                    <a:pt x="4521200" y="25400"/>
                  </a:lnTo>
                  <a:lnTo>
                    <a:pt x="4521200" y="50800"/>
                  </a:lnTo>
                  <a:lnTo>
                    <a:pt x="4546600" y="50800"/>
                  </a:lnTo>
                  <a:lnTo>
                    <a:pt x="4546600" y="25400"/>
                  </a:lnTo>
                  <a:close/>
                </a:path>
                <a:path w="8018145" h="76200">
                  <a:moveTo>
                    <a:pt x="4597400" y="25400"/>
                  </a:moveTo>
                  <a:lnTo>
                    <a:pt x="4572000" y="25400"/>
                  </a:lnTo>
                  <a:lnTo>
                    <a:pt x="4572000" y="50800"/>
                  </a:lnTo>
                  <a:lnTo>
                    <a:pt x="4597400" y="50800"/>
                  </a:lnTo>
                  <a:lnTo>
                    <a:pt x="4597400" y="25400"/>
                  </a:lnTo>
                  <a:close/>
                </a:path>
                <a:path w="8018145" h="76200">
                  <a:moveTo>
                    <a:pt x="4648200" y="25400"/>
                  </a:moveTo>
                  <a:lnTo>
                    <a:pt x="4622800" y="25400"/>
                  </a:lnTo>
                  <a:lnTo>
                    <a:pt x="4622800" y="50800"/>
                  </a:lnTo>
                  <a:lnTo>
                    <a:pt x="4648200" y="50800"/>
                  </a:lnTo>
                  <a:lnTo>
                    <a:pt x="4648200" y="25400"/>
                  </a:lnTo>
                  <a:close/>
                </a:path>
                <a:path w="8018145" h="76200">
                  <a:moveTo>
                    <a:pt x="4699000" y="25400"/>
                  </a:moveTo>
                  <a:lnTo>
                    <a:pt x="4673600" y="25400"/>
                  </a:lnTo>
                  <a:lnTo>
                    <a:pt x="4673600" y="50800"/>
                  </a:lnTo>
                  <a:lnTo>
                    <a:pt x="4699000" y="50800"/>
                  </a:lnTo>
                  <a:lnTo>
                    <a:pt x="4699000" y="25400"/>
                  </a:lnTo>
                  <a:close/>
                </a:path>
                <a:path w="8018145" h="76200">
                  <a:moveTo>
                    <a:pt x="4749800" y="25400"/>
                  </a:moveTo>
                  <a:lnTo>
                    <a:pt x="4724400" y="25400"/>
                  </a:lnTo>
                  <a:lnTo>
                    <a:pt x="4724400" y="50800"/>
                  </a:lnTo>
                  <a:lnTo>
                    <a:pt x="4749800" y="50800"/>
                  </a:lnTo>
                  <a:lnTo>
                    <a:pt x="4749800" y="25400"/>
                  </a:lnTo>
                  <a:close/>
                </a:path>
                <a:path w="8018145" h="76200">
                  <a:moveTo>
                    <a:pt x="4800600" y="25400"/>
                  </a:moveTo>
                  <a:lnTo>
                    <a:pt x="4775200" y="25400"/>
                  </a:lnTo>
                  <a:lnTo>
                    <a:pt x="4775200" y="50800"/>
                  </a:lnTo>
                  <a:lnTo>
                    <a:pt x="4800600" y="50800"/>
                  </a:lnTo>
                  <a:lnTo>
                    <a:pt x="4800600" y="25400"/>
                  </a:lnTo>
                  <a:close/>
                </a:path>
                <a:path w="8018145" h="76200">
                  <a:moveTo>
                    <a:pt x="4851400" y="25400"/>
                  </a:moveTo>
                  <a:lnTo>
                    <a:pt x="4826000" y="25400"/>
                  </a:lnTo>
                  <a:lnTo>
                    <a:pt x="4826000" y="50800"/>
                  </a:lnTo>
                  <a:lnTo>
                    <a:pt x="4851400" y="50800"/>
                  </a:lnTo>
                  <a:lnTo>
                    <a:pt x="4851400" y="25400"/>
                  </a:lnTo>
                  <a:close/>
                </a:path>
                <a:path w="8018145" h="76200">
                  <a:moveTo>
                    <a:pt x="4902200" y="25400"/>
                  </a:moveTo>
                  <a:lnTo>
                    <a:pt x="4876800" y="25400"/>
                  </a:lnTo>
                  <a:lnTo>
                    <a:pt x="4876800" y="50800"/>
                  </a:lnTo>
                  <a:lnTo>
                    <a:pt x="4902200" y="50800"/>
                  </a:lnTo>
                  <a:lnTo>
                    <a:pt x="4902200" y="25400"/>
                  </a:lnTo>
                  <a:close/>
                </a:path>
                <a:path w="8018145" h="76200">
                  <a:moveTo>
                    <a:pt x="4953000" y="25400"/>
                  </a:moveTo>
                  <a:lnTo>
                    <a:pt x="4927600" y="25400"/>
                  </a:lnTo>
                  <a:lnTo>
                    <a:pt x="4927600" y="50800"/>
                  </a:lnTo>
                  <a:lnTo>
                    <a:pt x="4953000" y="50800"/>
                  </a:lnTo>
                  <a:lnTo>
                    <a:pt x="4953000" y="25400"/>
                  </a:lnTo>
                  <a:close/>
                </a:path>
                <a:path w="8018145" h="76200">
                  <a:moveTo>
                    <a:pt x="5003800" y="25400"/>
                  </a:moveTo>
                  <a:lnTo>
                    <a:pt x="4978400" y="25400"/>
                  </a:lnTo>
                  <a:lnTo>
                    <a:pt x="4978400" y="50800"/>
                  </a:lnTo>
                  <a:lnTo>
                    <a:pt x="5003800" y="50800"/>
                  </a:lnTo>
                  <a:lnTo>
                    <a:pt x="5003800" y="25400"/>
                  </a:lnTo>
                  <a:close/>
                </a:path>
                <a:path w="8018145" h="76200">
                  <a:moveTo>
                    <a:pt x="5054600" y="25400"/>
                  </a:moveTo>
                  <a:lnTo>
                    <a:pt x="5029200" y="25400"/>
                  </a:lnTo>
                  <a:lnTo>
                    <a:pt x="5029200" y="50800"/>
                  </a:lnTo>
                  <a:lnTo>
                    <a:pt x="5054600" y="50800"/>
                  </a:lnTo>
                  <a:lnTo>
                    <a:pt x="5054600" y="25400"/>
                  </a:lnTo>
                  <a:close/>
                </a:path>
                <a:path w="8018145" h="76200">
                  <a:moveTo>
                    <a:pt x="5105400" y="25400"/>
                  </a:moveTo>
                  <a:lnTo>
                    <a:pt x="5080000" y="25400"/>
                  </a:lnTo>
                  <a:lnTo>
                    <a:pt x="5080000" y="50800"/>
                  </a:lnTo>
                  <a:lnTo>
                    <a:pt x="5105400" y="50800"/>
                  </a:lnTo>
                  <a:lnTo>
                    <a:pt x="5105400" y="25400"/>
                  </a:lnTo>
                  <a:close/>
                </a:path>
                <a:path w="8018145" h="76200">
                  <a:moveTo>
                    <a:pt x="5156200" y="25400"/>
                  </a:moveTo>
                  <a:lnTo>
                    <a:pt x="5130800" y="25400"/>
                  </a:lnTo>
                  <a:lnTo>
                    <a:pt x="5130800" y="50800"/>
                  </a:lnTo>
                  <a:lnTo>
                    <a:pt x="5156200" y="50800"/>
                  </a:lnTo>
                  <a:lnTo>
                    <a:pt x="5156200" y="25400"/>
                  </a:lnTo>
                  <a:close/>
                </a:path>
                <a:path w="8018145" h="76200">
                  <a:moveTo>
                    <a:pt x="5207000" y="25400"/>
                  </a:moveTo>
                  <a:lnTo>
                    <a:pt x="5181600" y="25400"/>
                  </a:lnTo>
                  <a:lnTo>
                    <a:pt x="5181600" y="50800"/>
                  </a:lnTo>
                  <a:lnTo>
                    <a:pt x="5207000" y="50800"/>
                  </a:lnTo>
                  <a:lnTo>
                    <a:pt x="5207000" y="25400"/>
                  </a:lnTo>
                  <a:close/>
                </a:path>
                <a:path w="8018145" h="76200">
                  <a:moveTo>
                    <a:pt x="5257800" y="25400"/>
                  </a:moveTo>
                  <a:lnTo>
                    <a:pt x="5232400" y="25400"/>
                  </a:lnTo>
                  <a:lnTo>
                    <a:pt x="5232400" y="50800"/>
                  </a:lnTo>
                  <a:lnTo>
                    <a:pt x="5257800" y="50800"/>
                  </a:lnTo>
                  <a:lnTo>
                    <a:pt x="5257800" y="25400"/>
                  </a:lnTo>
                  <a:close/>
                </a:path>
                <a:path w="8018145" h="76200">
                  <a:moveTo>
                    <a:pt x="5308600" y="25400"/>
                  </a:moveTo>
                  <a:lnTo>
                    <a:pt x="5283200" y="25400"/>
                  </a:lnTo>
                  <a:lnTo>
                    <a:pt x="5283200" y="50800"/>
                  </a:lnTo>
                  <a:lnTo>
                    <a:pt x="5308600" y="50800"/>
                  </a:lnTo>
                  <a:lnTo>
                    <a:pt x="5308600" y="25400"/>
                  </a:lnTo>
                  <a:close/>
                </a:path>
                <a:path w="8018145" h="76200">
                  <a:moveTo>
                    <a:pt x="5359400" y="25400"/>
                  </a:moveTo>
                  <a:lnTo>
                    <a:pt x="5334000" y="25400"/>
                  </a:lnTo>
                  <a:lnTo>
                    <a:pt x="5334000" y="50800"/>
                  </a:lnTo>
                  <a:lnTo>
                    <a:pt x="5359400" y="50800"/>
                  </a:lnTo>
                  <a:lnTo>
                    <a:pt x="5359400" y="25400"/>
                  </a:lnTo>
                  <a:close/>
                </a:path>
                <a:path w="8018145" h="76200">
                  <a:moveTo>
                    <a:pt x="5410200" y="25400"/>
                  </a:moveTo>
                  <a:lnTo>
                    <a:pt x="5384800" y="25400"/>
                  </a:lnTo>
                  <a:lnTo>
                    <a:pt x="5384800" y="50800"/>
                  </a:lnTo>
                  <a:lnTo>
                    <a:pt x="5410200" y="50800"/>
                  </a:lnTo>
                  <a:lnTo>
                    <a:pt x="5410200" y="25400"/>
                  </a:lnTo>
                  <a:close/>
                </a:path>
                <a:path w="8018145" h="76200">
                  <a:moveTo>
                    <a:pt x="5461000" y="25400"/>
                  </a:moveTo>
                  <a:lnTo>
                    <a:pt x="5435600" y="25400"/>
                  </a:lnTo>
                  <a:lnTo>
                    <a:pt x="5435600" y="50800"/>
                  </a:lnTo>
                  <a:lnTo>
                    <a:pt x="5461000" y="50800"/>
                  </a:lnTo>
                  <a:lnTo>
                    <a:pt x="5461000" y="25400"/>
                  </a:lnTo>
                  <a:close/>
                </a:path>
                <a:path w="8018145" h="76200">
                  <a:moveTo>
                    <a:pt x="5511800" y="25400"/>
                  </a:moveTo>
                  <a:lnTo>
                    <a:pt x="5486400" y="25400"/>
                  </a:lnTo>
                  <a:lnTo>
                    <a:pt x="5486400" y="50800"/>
                  </a:lnTo>
                  <a:lnTo>
                    <a:pt x="5511800" y="50800"/>
                  </a:lnTo>
                  <a:lnTo>
                    <a:pt x="5511800" y="25400"/>
                  </a:lnTo>
                  <a:close/>
                </a:path>
                <a:path w="8018145" h="76200">
                  <a:moveTo>
                    <a:pt x="5562600" y="25400"/>
                  </a:moveTo>
                  <a:lnTo>
                    <a:pt x="5537200" y="25400"/>
                  </a:lnTo>
                  <a:lnTo>
                    <a:pt x="5537200" y="50800"/>
                  </a:lnTo>
                  <a:lnTo>
                    <a:pt x="5562600" y="50800"/>
                  </a:lnTo>
                  <a:lnTo>
                    <a:pt x="5562600" y="25400"/>
                  </a:lnTo>
                  <a:close/>
                </a:path>
                <a:path w="8018145" h="76200">
                  <a:moveTo>
                    <a:pt x="5613400" y="25400"/>
                  </a:moveTo>
                  <a:lnTo>
                    <a:pt x="5588000" y="25400"/>
                  </a:lnTo>
                  <a:lnTo>
                    <a:pt x="5588000" y="50800"/>
                  </a:lnTo>
                  <a:lnTo>
                    <a:pt x="5613400" y="50800"/>
                  </a:lnTo>
                  <a:lnTo>
                    <a:pt x="5613400" y="25400"/>
                  </a:lnTo>
                  <a:close/>
                </a:path>
                <a:path w="8018145" h="76200">
                  <a:moveTo>
                    <a:pt x="5664200" y="25400"/>
                  </a:moveTo>
                  <a:lnTo>
                    <a:pt x="5638800" y="25400"/>
                  </a:lnTo>
                  <a:lnTo>
                    <a:pt x="5638800" y="50800"/>
                  </a:lnTo>
                  <a:lnTo>
                    <a:pt x="5664200" y="50800"/>
                  </a:lnTo>
                  <a:lnTo>
                    <a:pt x="5664200" y="25400"/>
                  </a:lnTo>
                  <a:close/>
                </a:path>
                <a:path w="8018145" h="76200">
                  <a:moveTo>
                    <a:pt x="5715000" y="25400"/>
                  </a:moveTo>
                  <a:lnTo>
                    <a:pt x="5689600" y="25400"/>
                  </a:lnTo>
                  <a:lnTo>
                    <a:pt x="5689600" y="50800"/>
                  </a:lnTo>
                  <a:lnTo>
                    <a:pt x="5715000" y="50800"/>
                  </a:lnTo>
                  <a:lnTo>
                    <a:pt x="5715000" y="25400"/>
                  </a:lnTo>
                  <a:close/>
                </a:path>
                <a:path w="8018145" h="76200">
                  <a:moveTo>
                    <a:pt x="5765800" y="25400"/>
                  </a:moveTo>
                  <a:lnTo>
                    <a:pt x="5740400" y="25400"/>
                  </a:lnTo>
                  <a:lnTo>
                    <a:pt x="5740400" y="50800"/>
                  </a:lnTo>
                  <a:lnTo>
                    <a:pt x="5765800" y="50800"/>
                  </a:lnTo>
                  <a:lnTo>
                    <a:pt x="5765800" y="25400"/>
                  </a:lnTo>
                  <a:close/>
                </a:path>
                <a:path w="8018145" h="76200">
                  <a:moveTo>
                    <a:pt x="5816600" y="25400"/>
                  </a:moveTo>
                  <a:lnTo>
                    <a:pt x="5791200" y="25400"/>
                  </a:lnTo>
                  <a:lnTo>
                    <a:pt x="5791200" y="50800"/>
                  </a:lnTo>
                  <a:lnTo>
                    <a:pt x="5816600" y="50800"/>
                  </a:lnTo>
                  <a:lnTo>
                    <a:pt x="5816600" y="25400"/>
                  </a:lnTo>
                  <a:close/>
                </a:path>
                <a:path w="8018145" h="76200">
                  <a:moveTo>
                    <a:pt x="5867400" y="25400"/>
                  </a:moveTo>
                  <a:lnTo>
                    <a:pt x="5842000" y="25400"/>
                  </a:lnTo>
                  <a:lnTo>
                    <a:pt x="5842000" y="50800"/>
                  </a:lnTo>
                  <a:lnTo>
                    <a:pt x="5867400" y="50800"/>
                  </a:lnTo>
                  <a:lnTo>
                    <a:pt x="5867400" y="25400"/>
                  </a:lnTo>
                  <a:close/>
                </a:path>
                <a:path w="8018145" h="76200">
                  <a:moveTo>
                    <a:pt x="5918200" y="25400"/>
                  </a:moveTo>
                  <a:lnTo>
                    <a:pt x="5892800" y="25400"/>
                  </a:lnTo>
                  <a:lnTo>
                    <a:pt x="5892800" y="50800"/>
                  </a:lnTo>
                  <a:lnTo>
                    <a:pt x="5918200" y="50800"/>
                  </a:lnTo>
                  <a:lnTo>
                    <a:pt x="5918200" y="25400"/>
                  </a:lnTo>
                  <a:close/>
                </a:path>
                <a:path w="8018145" h="76200">
                  <a:moveTo>
                    <a:pt x="5969000" y="25400"/>
                  </a:moveTo>
                  <a:lnTo>
                    <a:pt x="5943600" y="25400"/>
                  </a:lnTo>
                  <a:lnTo>
                    <a:pt x="5943600" y="50800"/>
                  </a:lnTo>
                  <a:lnTo>
                    <a:pt x="5969000" y="50800"/>
                  </a:lnTo>
                  <a:lnTo>
                    <a:pt x="5969000" y="25400"/>
                  </a:lnTo>
                  <a:close/>
                </a:path>
                <a:path w="8018145" h="76200">
                  <a:moveTo>
                    <a:pt x="6019800" y="25400"/>
                  </a:moveTo>
                  <a:lnTo>
                    <a:pt x="5994400" y="25400"/>
                  </a:lnTo>
                  <a:lnTo>
                    <a:pt x="5994400" y="50800"/>
                  </a:lnTo>
                  <a:lnTo>
                    <a:pt x="6019800" y="50800"/>
                  </a:lnTo>
                  <a:lnTo>
                    <a:pt x="6019800" y="25400"/>
                  </a:lnTo>
                  <a:close/>
                </a:path>
                <a:path w="8018145" h="76200">
                  <a:moveTo>
                    <a:pt x="6070600" y="25400"/>
                  </a:moveTo>
                  <a:lnTo>
                    <a:pt x="6045200" y="25400"/>
                  </a:lnTo>
                  <a:lnTo>
                    <a:pt x="6045200" y="50800"/>
                  </a:lnTo>
                  <a:lnTo>
                    <a:pt x="6070600" y="50800"/>
                  </a:lnTo>
                  <a:lnTo>
                    <a:pt x="6070600" y="25400"/>
                  </a:lnTo>
                  <a:close/>
                </a:path>
                <a:path w="8018145" h="76200">
                  <a:moveTo>
                    <a:pt x="6121400" y="25400"/>
                  </a:moveTo>
                  <a:lnTo>
                    <a:pt x="6096000" y="25400"/>
                  </a:lnTo>
                  <a:lnTo>
                    <a:pt x="6096000" y="50800"/>
                  </a:lnTo>
                  <a:lnTo>
                    <a:pt x="6121400" y="50800"/>
                  </a:lnTo>
                  <a:lnTo>
                    <a:pt x="6121400" y="25400"/>
                  </a:lnTo>
                  <a:close/>
                </a:path>
                <a:path w="8018145" h="76200">
                  <a:moveTo>
                    <a:pt x="6172200" y="25400"/>
                  </a:moveTo>
                  <a:lnTo>
                    <a:pt x="6146800" y="25400"/>
                  </a:lnTo>
                  <a:lnTo>
                    <a:pt x="6146800" y="50800"/>
                  </a:lnTo>
                  <a:lnTo>
                    <a:pt x="6172200" y="50800"/>
                  </a:lnTo>
                  <a:lnTo>
                    <a:pt x="6172200" y="25400"/>
                  </a:lnTo>
                  <a:close/>
                </a:path>
                <a:path w="8018145" h="76200">
                  <a:moveTo>
                    <a:pt x="6223000" y="25400"/>
                  </a:moveTo>
                  <a:lnTo>
                    <a:pt x="6197600" y="25400"/>
                  </a:lnTo>
                  <a:lnTo>
                    <a:pt x="6197600" y="50800"/>
                  </a:lnTo>
                  <a:lnTo>
                    <a:pt x="6223000" y="50800"/>
                  </a:lnTo>
                  <a:lnTo>
                    <a:pt x="6223000" y="25400"/>
                  </a:lnTo>
                  <a:close/>
                </a:path>
                <a:path w="8018145" h="76200">
                  <a:moveTo>
                    <a:pt x="6273800" y="25400"/>
                  </a:moveTo>
                  <a:lnTo>
                    <a:pt x="6248400" y="25400"/>
                  </a:lnTo>
                  <a:lnTo>
                    <a:pt x="6248400" y="50800"/>
                  </a:lnTo>
                  <a:lnTo>
                    <a:pt x="6273800" y="50800"/>
                  </a:lnTo>
                  <a:lnTo>
                    <a:pt x="6273800" y="25400"/>
                  </a:lnTo>
                  <a:close/>
                </a:path>
                <a:path w="8018145" h="76200">
                  <a:moveTo>
                    <a:pt x="6324600" y="25400"/>
                  </a:moveTo>
                  <a:lnTo>
                    <a:pt x="6299200" y="25400"/>
                  </a:lnTo>
                  <a:lnTo>
                    <a:pt x="6299200" y="50800"/>
                  </a:lnTo>
                  <a:lnTo>
                    <a:pt x="6324600" y="50800"/>
                  </a:lnTo>
                  <a:lnTo>
                    <a:pt x="6324600" y="25400"/>
                  </a:lnTo>
                  <a:close/>
                </a:path>
                <a:path w="8018145" h="76200">
                  <a:moveTo>
                    <a:pt x="6375400" y="25400"/>
                  </a:moveTo>
                  <a:lnTo>
                    <a:pt x="6350000" y="25400"/>
                  </a:lnTo>
                  <a:lnTo>
                    <a:pt x="6350000" y="50800"/>
                  </a:lnTo>
                  <a:lnTo>
                    <a:pt x="6375400" y="50800"/>
                  </a:lnTo>
                  <a:lnTo>
                    <a:pt x="6375400" y="25400"/>
                  </a:lnTo>
                  <a:close/>
                </a:path>
                <a:path w="8018145" h="76200">
                  <a:moveTo>
                    <a:pt x="6426200" y="25400"/>
                  </a:moveTo>
                  <a:lnTo>
                    <a:pt x="6400800" y="25400"/>
                  </a:lnTo>
                  <a:lnTo>
                    <a:pt x="6400800" y="50800"/>
                  </a:lnTo>
                  <a:lnTo>
                    <a:pt x="6426200" y="50800"/>
                  </a:lnTo>
                  <a:lnTo>
                    <a:pt x="6426200" y="25400"/>
                  </a:lnTo>
                  <a:close/>
                </a:path>
                <a:path w="8018145" h="76200">
                  <a:moveTo>
                    <a:pt x="6477000" y="25400"/>
                  </a:moveTo>
                  <a:lnTo>
                    <a:pt x="6451600" y="25400"/>
                  </a:lnTo>
                  <a:lnTo>
                    <a:pt x="6451600" y="50800"/>
                  </a:lnTo>
                  <a:lnTo>
                    <a:pt x="6477000" y="50800"/>
                  </a:lnTo>
                  <a:lnTo>
                    <a:pt x="6477000" y="25400"/>
                  </a:lnTo>
                  <a:close/>
                </a:path>
                <a:path w="8018145" h="76200">
                  <a:moveTo>
                    <a:pt x="6527800" y="25400"/>
                  </a:moveTo>
                  <a:lnTo>
                    <a:pt x="6502400" y="25400"/>
                  </a:lnTo>
                  <a:lnTo>
                    <a:pt x="6502400" y="50800"/>
                  </a:lnTo>
                  <a:lnTo>
                    <a:pt x="6527800" y="50800"/>
                  </a:lnTo>
                  <a:lnTo>
                    <a:pt x="6527800" y="25400"/>
                  </a:lnTo>
                  <a:close/>
                </a:path>
                <a:path w="8018145" h="76200">
                  <a:moveTo>
                    <a:pt x="6578600" y="25400"/>
                  </a:moveTo>
                  <a:lnTo>
                    <a:pt x="6553200" y="25400"/>
                  </a:lnTo>
                  <a:lnTo>
                    <a:pt x="6553200" y="50800"/>
                  </a:lnTo>
                  <a:lnTo>
                    <a:pt x="6578600" y="50800"/>
                  </a:lnTo>
                  <a:lnTo>
                    <a:pt x="6578600" y="25400"/>
                  </a:lnTo>
                  <a:close/>
                </a:path>
                <a:path w="8018145" h="76200">
                  <a:moveTo>
                    <a:pt x="6629400" y="25400"/>
                  </a:moveTo>
                  <a:lnTo>
                    <a:pt x="6604000" y="25400"/>
                  </a:lnTo>
                  <a:lnTo>
                    <a:pt x="6604000" y="50800"/>
                  </a:lnTo>
                  <a:lnTo>
                    <a:pt x="6629400" y="50800"/>
                  </a:lnTo>
                  <a:lnTo>
                    <a:pt x="6629400" y="25400"/>
                  </a:lnTo>
                  <a:close/>
                </a:path>
                <a:path w="8018145" h="76200">
                  <a:moveTo>
                    <a:pt x="6680200" y="25400"/>
                  </a:moveTo>
                  <a:lnTo>
                    <a:pt x="6654800" y="25400"/>
                  </a:lnTo>
                  <a:lnTo>
                    <a:pt x="6654800" y="50800"/>
                  </a:lnTo>
                  <a:lnTo>
                    <a:pt x="6680200" y="50800"/>
                  </a:lnTo>
                  <a:lnTo>
                    <a:pt x="6680200" y="25400"/>
                  </a:lnTo>
                  <a:close/>
                </a:path>
                <a:path w="8018145" h="76200">
                  <a:moveTo>
                    <a:pt x="6731000" y="25400"/>
                  </a:moveTo>
                  <a:lnTo>
                    <a:pt x="6705600" y="25400"/>
                  </a:lnTo>
                  <a:lnTo>
                    <a:pt x="6705600" y="50800"/>
                  </a:lnTo>
                  <a:lnTo>
                    <a:pt x="6731000" y="50800"/>
                  </a:lnTo>
                  <a:lnTo>
                    <a:pt x="6731000" y="25400"/>
                  </a:lnTo>
                  <a:close/>
                </a:path>
                <a:path w="8018145" h="76200">
                  <a:moveTo>
                    <a:pt x="6781800" y="25400"/>
                  </a:moveTo>
                  <a:lnTo>
                    <a:pt x="6756400" y="25400"/>
                  </a:lnTo>
                  <a:lnTo>
                    <a:pt x="6756400" y="50800"/>
                  </a:lnTo>
                  <a:lnTo>
                    <a:pt x="6781800" y="50800"/>
                  </a:lnTo>
                  <a:lnTo>
                    <a:pt x="6781800" y="25400"/>
                  </a:lnTo>
                  <a:close/>
                </a:path>
                <a:path w="8018145" h="76200">
                  <a:moveTo>
                    <a:pt x="6832600" y="25400"/>
                  </a:moveTo>
                  <a:lnTo>
                    <a:pt x="6807200" y="25400"/>
                  </a:lnTo>
                  <a:lnTo>
                    <a:pt x="6807200" y="50800"/>
                  </a:lnTo>
                  <a:lnTo>
                    <a:pt x="6832600" y="50800"/>
                  </a:lnTo>
                  <a:lnTo>
                    <a:pt x="6832600" y="25400"/>
                  </a:lnTo>
                  <a:close/>
                </a:path>
                <a:path w="8018145" h="76200">
                  <a:moveTo>
                    <a:pt x="6883400" y="25400"/>
                  </a:moveTo>
                  <a:lnTo>
                    <a:pt x="6858000" y="25400"/>
                  </a:lnTo>
                  <a:lnTo>
                    <a:pt x="6858000" y="50800"/>
                  </a:lnTo>
                  <a:lnTo>
                    <a:pt x="6883400" y="50800"/>
                  </a:lnTo>
                  <a:lnTo>
                    <a:pt x="6883400" y="25400"/>
                  </a:lnTo>
                  <a:close/>
                </a:path>
                <a:path w="8018145" h="76200">
                  <a:moveTo>
                    <a:pt x="6934200" y="25400"/>
                  </a:moveTo>
                  <a:lnTo>
                    <a:pt x="6908800" y="25400"/>
                  </a:lnTo>
                  <a:lnTo>
                    <a:pt x="6908800" y="50800"/>
                  </a:lnTo>
                  <a:lnTo>
                    <a:pt x="6934200" y="50800"/>
                  </a:lnTo>
                  <a:lnTo>
                    <a:pt x="6934200" y="25400"/>
                  </a:lnTo>
                  <a:close/>
                </a:path>
                <a:path w="8018145" h="76200">
                  <a:moveTo>
                    <a:pt x="6985000" y="25400"/>
                  </a:moveTo>
                  <a:lnTo>
                    <a:pt x="6959600" y="25400"/>
                  </a:lnTo>
                  <a:lnTo>
                    <a:pt x="6959600" y="50800"/>
                  </a:lnTo>
                  <a:lnTo>
                    <a:pt x="6985000" y="50800"/>
                  </a:lnTo>
                  <a:lnTo>
                    <a:pt x="6985000" y="25400"/>
                  </a:lnTo>
                  <a:close/>
                </a:path>
                <a:path w="8018145" h="76200">
                  <a:moveTo>
                    <a:pt x="7035800" y="25400"/>
                  </a:moveTo>
                  <a:lnTo>
                    <a:pt x="7010400" y="25400"/>
                  </a:lnTo>
                  <a:lnTo>
                    <a:pt x="7010400" y="50800"/>
                  </a:lnTo>
                  <a:lnTo>
                    <a:pt x="7035800" y="50800"/>
                  </a:lnTo>
                  <a:lnTo>
                    <a:pt x="7035800" y="25400"/>
                  </a:lnTo>
                  <a:close/>
                </a:path>
                <a:path w="8018145" h="76200">
                  <a:moveTo>
                    <a:pt x="7086600" y="25400"/>
                  </a:moveTo>
                  <a:lnTo>
                    <a:pt x="7061200" y="25400"/>
                  </a:lnTo>
                  <a:lnTo>
                    <a:pt x="7061200" y="50800"/>
                  </a:lnTo>
                  <a:lnTo>
                    <a:pt x="7086600" y="50800"/>
                  </a:lnTo>
                  <a:lnTo>
                    <a:pt x="7086600" y="25400"/>
                  </a:lnTo>
                  <a:close/>
                </a:path>
                <a:path w="8018145" h="76200">
                  <a:moveTo>
                    <a:pt x="7137400" y="25400"/>
                  </a:moveTo>
                  <a:lnTo>
                    <a:pt x="7112000" y="25400"/>
                  </a:lnTo>
                  <a:lnTo>
                    <a:pt x="7112000" y="50800"/>
                  </a:lnTo>
                  <a:lnTo>
                    <a:pt x="7137400" y="50800"/>
                  </a:lnTo>
                  <a:lnTo>
                    <a:pt x="7137400" y="25400"/>
                  </a:lnTo>
                  <a:close/>
                </a:path>
                <a:path w="8018145" h="76200">
                  <a:moveTo>
                    <a:pt x="7188200" y="25400"/>
                  </a:moveTo>
                  <a:lnTo>
                    <a:pt x="7162800" y="25400"/>
                  </a:lnTo>
                  <a:lnTo>
                    <a:pt x="7162800" y="50800"/>
                  </a:lnTo>
                  <a:lnTo>
                    <a:pt x="7188200" y="50800"/>
                  </a:lnTo>
                  <a:lnTo>
                    <a:pt x="7188200" y="25400"/>
                  </a:lnTo>
                  <a:close/>
                </a:path>
                <a:path w="8018145" h="76200">
                  <a:moveTo>
                    <a:pt x="7239000" y="25400"/>
                  </a:moveTo>
                  <a:lnTo>
                    <a:pt x="7213600" y="25400"/>
                  </a:lnTo>
                  <a:lnTo>
                    <a:pt x="7213600" y="50800"/>
                  </a:lnTo>
                  <a:lnTo>
                    <a:pt x="7239000" y="50800"/>
                  </a:lnTo>
                  <a:lnTo>
                    <a:pt x="7239000" y="25400"/>
                  </a:lnTo>
                  <a:close/>
                </a:path>
                <a:path w="8018145" h="76200">
                  <a:moveTo>
                    <a:pt x="7289800" y="25400"/>
                  </a:moveTo>
                  <a:lnTo>
                    <a:pt x="7264400" y="25400"/>
                  </a:lnTo>
                  <a:lnTo>
                    <a:pt x="7264400" y="50800"/>
                  </a:lnTo>
                  <a:lnTo>
                    <a:pt x="7289800" y="50800"/>
                  </a:lnTo>
                  <a:lnTo>
                    <a:pt x="7289800" y="25400"/>
                  </a:lnTo>
                  <a:close/>
                </a:path>
                <a:path w="8018145" h="76200">
                  <a:moveTo>
                    <a:pt x="7340600" y="25400"/>
                  </a:moveTo>
                  <a:lnTo>
                    <a:pt x="7315200" y="25400"/>
                  </a:lnTo>
                  <a:lnTo>
                    <a:pt x="7315200" y="50800"/>
                  </a:lnTo>
                  <a:lnTo>
                    <a:pt x="7340600" y="50800"/>
                  </a:lnTo>
                  <a:lnTo>
                    <a:pt x="7340600" y="25400"/>
                  </a:lnTo>
                  <a:close/>
                </a:path>
                <a:path w="8018145" h="76200">
                  <a:moveTo>
                    <a:pt x="7391400" y="25400"/>
                  </a:moveTo>
                  <a:lnTo>
                    <a:pt x="7366000" y="25400"/>
                  </a:lnTo>
                  <a:lnTo>
                    <a:pt x="7366000" y="50800"/>
                  </a:lnTo>
                  <a:lnTo>
                    <a:pt x="7391400" y="50800"/>
                  </a:lnTo>
                  <a:lnTo>
                    <a:pt x="7391400" y="25400"/>
                  </a:lnTo>
                  <a:close/>
                </a:path>
                <a:path w="8018145" h="76200">
                  <a:moveTo>
                    <a:pt x="7442200" y="25400"/>
                  </a:moveTo>
                  <a:lnTo>
                    <a:pt x="7416800" y="25400"/>
                  </a:lnTo>
                  <a:lnTo>
                    <a:pt x="7416800" y="50800"/>
                  </a:lnTo>
                  <a:lnTo>
                    <a:pt x="7442200" y="50800"/>
                  </a:lnTo>
                  <a:lnTo>
                    <a:pt x="7442200" y="25400"/>
                  </a:lnTo>
                  <a:close/>
                </a:path>
                <a:path w="8018145" h="76200">
                  <a:moveTo>
                    <a:pt x="7493000" y="25400"/>
                  </a:moveTo>
                  <a:lnTo>
                    <a:pt x="7467600" y="25400"/>
                  </a:lnTo>
                  <a:lnTo>
                    <a:pt x="7467600" y="50800"/>
                  </a:lnTo>
                  <a:lnTo>
                    <a:pt x="7493000" y="50800"/>
                  </a:lnTo>
                  <a:lnTo>
                    <a:pt x="7493000" y="25400"/>
                  </a:lnTo>
                  <a:close/>
                </a:path>
                <a:path w="8018145" h="76200">
                  <a:moveTo>
                    <a:pt x="7543800" y="25400"/>
                  </a:moveTo>
                  <a:lnTo>
                    <a:pt x="7518400" y="25400"/>
                  </a:lnTo>
                  <a:lnTo>
                    <a:pt x="7518400" y="50800"/>
                  </a:lnTo>
                  <a:lnTo>
                    <a:pt x="7543800" y="50800"/>
                  </a:lnTo>
                  <a:lnTo>
                    <a:pt x="7543800" y="25400"/>
                  </a:lnTo>
                  <a:close/>
                </a:path>
                <a:path w="8018145" h="76200">
                  <a:moveTo>
                    <a:pt x="7594600" y="25400"/>
                  </a:moveTo>
                  <a:lnTo>
                    <a:pt x="7569200" y="25400"/>
                  </a:lnTo>
                  <a:lnTo>
                    <a:pt x="7569200" y="50800"/>
                  </a:lnTo>
                  <a:lnTo>
                    <a:pt x="7594600" y="50800"/>
                  </a:lnTo>
                  <a:lnTo>
                    <a:pt x="7594600" y="25400"/>
                  </a:lnTo>
                  <a:close/>
                </a:path>
                <a:path w="8018145" h="76200">
                  <a:moveTo>
                    <a:pt x="7645400" y="25400"/>
                  </a:moveTo>
                  <a:lnTo>
                    <a:pt x="7620000" y="25400"/>
                  </a:lnTo>
                  <a:lnTo>
                    <a:pt x="7620000" y="50800"/>
                  </a:lnTo>
                  <a:lnTo>
                    <a:pt x="7645400" y="50800"/>
                  </a:lnTo>
                  <a:lnTo>
                    <a:pt x="7645400" y="25400"/>
                  </a:lnTo>
                  <a:close/>
                </a:path>
                <a:path w="8018145" h="76200">
                  <a:moveTo>
                    <a:pt x="7696200" y="25400"/>
                  </a:moveTo>
                  <a:lnTo>
                    <a:pt x="7670800" y="25400"/>
                  </a:lnTo>
                  <a:lnTo>
                    <a:pt x="7670800" y="50800"/>
                  </a:lnTo>
                  <a:lnTo>
                    <a:pt x="7696200" y="50800"/>
                  </a:lnTo>
                  <a:lnTo>
                    <a:pt x="7696200" y="25400"/>
                  </a:lnTo>
                  <a:close/>
                </a:path>
                <a:path w="8018145" h="76200">
                  <a:moveTo>
                    <a:pt x="7747000" y="25400"/>
                  </a:moveTo>
                  <a:lnTo>
                    <a:pt x="7721600" y="25400"/>
                  </a:lnTo>
                  <a:lnTo>
                    <a:pt x="7721600" y="50800"/>
                  </a:lnTo>
                  <a:lnTo>
                    <a:pt x="7747000" y="50800"/>
                  </a:lnTo>
                  <a:lnTo>
                    <a:pt x="7747000" y="25400"/>
                  </a:lnTo>
                  <a:close/>
                </a:path>
                <a:path w="8018145" h="76200">
                  <a:moveTo>
                    <a:pt x="7797800" y="25400"/>
                  </a:moveTo>
                  <a:lnTo>
                    <a:pt x="7772400" y="25400"/>
                  </a:lnTo>
                  <a:lnTo>
                    <a:pt x="7772400" y="50800"/>
                  </a:lnTo>
                  <a:lnTo>
                    <a:pt x="7797800" y="50800"/>
                  </a:lnTo>
                  <a:lnTo>
                    <a:pt x="7797800" y="25400"/>
                  </a:lnTo>
                  <a:close/>
                </a:path>
                <a:path w="8018145" h="76200">
                  <a:moveTo>
                    <a:pt x="7848600" y="25400"/>
                  </a:moveTo>
                  <a:lnTo>
                    <a:pt x="7823200" y="25400"/>
                  </a:lnTo>
                  <a:lnTo>
                    <a:pt x="7823200" y="50800"/>
                  </a:lnTo>
                  <a:lnTo>
                    <a:pt x="7848600" y="50800"/>
                  </a:lnTo>
                  <a:lnTo>
                    <a:pt x="7848600" y="25400"/>
                  </a:lnTo>
                  <a:close/>
                </a:path>
                <a:path w="8018145" h="76200">
                  <a:moveTo>
                    <a:pt x="7899400" y="25400"/>
                  </a:moveTo>
                  <a:lnTo>
                    <a:pt x="7874000" y="25400"/>
                  </a:lnTo>
                  <a:lnTo>
                    <a:pt x="7874000" y="50800"/>
                  </a:lnTo>
                  <a:lnTo>
                    <a:pt x="7899400" y="50800"/>
                  </a:lnTo>
                  <a:lnTo>
                    <a:pt x="7899400" y="25400"/>
                  </a:lnTo>
                  <a:close/>
                </a:path>
                <a:path w="8018145" h="76200">
                  <a:moveTo>
                    <a:pt x="7979663" y="0"/>
                  </a:moveTo>
                  <a:lnTo>
                    <a:pt x="7964816" y="2988"/>
                  </a:lnTo>
                  <a:lnTo>
                    <a:pt x="7952708" y="11144"/>
                  </a:lnTo>
                  <a:lnTo>
                    <a:pt x="7944552" y="23252"/>
                  </a:lnTo>
                  <a:lnTo>
                    <a:pt x="7941563" y="38100"/>
                  </a:lnTo>
                  <a:lnTo>
                    <a:pt x="7944552" y="52947"/>
                  </a:lnTo>
                  <a:lnTo>
                    <a:pt x="7952708" y="65055"/>
                  </a:lnTo>
                  <a:lnTo>
                    <a:pt x="7964816" y="73211"/>
                  </a:lnTo>
                  <a:lnTo>
                    <a:pt x="7979663" y="76200"/>
                  </a:lnTo>
                  <a:lnTo>
                    <a:pt x="7994511" y="73211"/>
                  </a:lnTo>
                  <a:lnTo>
                    <a:pt x="8006619" y="65055"/>
                  </a:lnTo>
                  <a:lnTo>
                    <a:pt x="8014775" y="52947"/>
                  </a:lnTo>
                  <a:lnTo>
                    <a:pt x="8015207" y="50800"/>
                  </a:lnTo>
                  <a:lnTo>
                    <a:pt x="7950200" y="50800"/>
                  </a:lnTo>
                  <a:lnTo>
                    <a:pt x="7950200" y="25400"/>
                  </a:lnTo>
                  <a:lnTo>
                    <a:pt x="8015207" y="25400"/>
                  </a:lnTo>
                  <a:lnTo>
                    <a:pt x="8014775" y="23252"/>
                  </a:lnTo>
                  <a:lnTo>
                    <a:pt x="8006619" y="11144"/>
                  </a:lnTo>
                  <a:lnTo>
                    <a:pt x="7994511" y="2988"/>
                  </a:lnTo>
                  <a:lnTo>
                    <a:pt x="7979663" y="0"/>
                  </a:lnTo>
                  <a:close/>
                </a:path>
                <a:path w="8018145" h="76200">
                  <a:moveTo>
                    <a:pt x="7944120" y="25400"/>
                  </a:moveTo>
                  <a:lnTo>
                    <a:pt x="7924800" y="25400"/>
                  </a:lnTo>
                  <a:lnTo>
                    <a:pt x="7924800" y="50800"/>
                  </a:lnTo>
                  <a:lnTo>
                    <a:pt x="7944120" y="50800"/>
                  </a:lnTo>
                  <a:lnTo>
                    <a:pt x="7941563" y="38100"/>
                  </a:lnTo>
                  <a:lnTo>
                    <a:pt x="7944120" y="25400"/>
                  </a:lnTo>
                  <a:close/>
                </a:path>
                <a:path w="8018145" h="76200">
                  <a:moveTo>
                    <a:pt x="7975600" y="25400"/>
                  </a:moveTo>
                  <a:lnTo>
                    <a:pt x="7950200" y="25400"/>
                  </a:lnTo>
                  <a:lnTo>
                    <a:pt x="7950200" y="50800"/>
                  </a:lnTo>
                  <a:lnTo>
                    <a:pt x="7975600" y="50800"/>
                  </a:lnTo>
                  <a:lnTo>
                    <a:pt x="7975600" y="25400"/>
                  </a:lnTo>
                  <a:close/>
                </a:path>
                <a:path w="8018145" h="76200">
                  <a:moveTo>
                    <a:pt x="7979663" y="25400"/>
                  </a:moveTo>
                  <a:lnTo>
                    <a:pt x="7975600" y="25400"/>
                  </a:lnTo>
                  <a:lnTo>
                    <a:pt x="7975600" y="50800"/>
                  </a:lnTo>
                  <a:lnTo>
                    <a:pt x="7979663" y="50800"/>
                  </a:lnTo>
                  <a:lnTo>
                    <a:pt x="7979663" y="25400"/>
                  </a:lnTo>
                  <a:close/>
                </a:path>
                <a:path w="8018145" h="76200">
                  <a:moveTo>
                    <a:pt x="8015207" y="25400"/>
                  </a:moveTo>
                  <a:lnTo>
                    <a:pt x="7979663" y="25400"/>
                  </a:lnTo>
                  <a:lnTo>
                    <a:pt x="7979663" y="50800"/>
                  </a:lnTo>
                  <a:lnTo>
                    <a:pt x="8015207" y="50800"/>
                  </a:lnTo>
                  <a:lnTo>
                    <a:pt x="8017763" y="38100"/>
                  </a:lnTo>
                  <a:lnTo>
                    <a:pt x="8015207" y="2540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9613" y="2470530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5">
                  <a:moveTo>
                    <a:pt x="159753" y="0"/>
                  </a:moveTo>
                  <a:lnTo>
                    <a:pt x="0" y="159766"/>
                  </a:lnTo>
                  <a:lnTo>
                    <a:pt x="159753" y="319405"/>
                  </a:lnTo>
                  <a:lnTo>
                    <a:pt x="1597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9366" y="2470530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5">
                  <a:moveTo>
                    <a:pt x="0" y="0"/>
                  </a:moveTo>
                  <a:lnTo>
                    <a:pt x="0" y="319405"/>
                  </a:lnTo>
                  <a:lnTo>
                    <a:pt x="159753" y="159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B0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0573" y="3382264"/>
            <a:ext cx="8355330" cy="319405"/>
            <a:chOff x="370573" y="3382264"/>
            <a:chExt cx="8355330" cy="319405"/>
          </a:xfrm>
        </p:grpSpPr>
        <p:sp>
          <p:nvSpPr>
            <p:cNvPr id="15" name="object 15"/>
            <p:cNvSpPr/>
            <p:nvPr/>
          </p:nvSpPr>
          <p:spPr>
            <a:xfrm>
              <a:off x="718565" y="3522726"/>
              <a:ext cx="8007350" cy="76200"/>
            </a:xfrm>
            <a:custGeom>
              <a:avLst/>
              <a:gdLst/>
              <a:ahLst/>
              <a:cxnLst/>
              <a:rect l="l" t="t" r="r" b="b"/>
              <a:pathLst>
                <a:path w="8007350" h="76200">
                  <a:moveTo>
                    <a:pt x="254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5400" y="50800"/>
                  </a:lnTo>
                  <a:lnTo>
                    <a:pt x="25400" y="25400"/>
                  </a:lnTo>
                  <a:close/>
                </a:path>
                <a:path w="8007350" h="76200">
                  <a:moveTo>
                    <a:pt x="76200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8007350" h="76200">
                  <a:moveTo>
                    <a:pt x="127000" y="25400"/>
                  </a:moveTo>
                  <a:lnTo>
                    <a:pt x="101600" y="25400"/>
                  </a:lnTo>
                  <a:lnTo>
                    <a:pt x="101600" y="50800"/>
                  </a:lnTo>
                  <a:lnTo>
                    <a:pt x="127000" y="50800"/>
                  </a:lnTo>
                  <a:lnTo>
                    <a:pt x="127000" y="25400"/>
                  </a:lnTo>
                  <a:close/>
                </a:path>
                <a:path w="8007350" h="76200">
                  <a:moveTo>
                    <a:pt x="177800" y="25400"/>
                  </a:moveTo>
                  <a:lnTo>
                    <a:pt x="152400" y="25400"/>
                  </a:lnTo>
                  <a:lnTo>
                    <a:pt x="152400" y="50800"/>
                  </a:lnTo>
                  <a:lnTo>
                    <a:pt x="177800" y="50800"/>
                  </a:lnTo>
                  <a:lnTo>
                    <a:pt x="177800" y="25400"/>
                  </a:lnTo>
                  <a:close/>
                </a:path>
                <a:path w="8007350" h="76200">
                  <a:moveTo>
                    <a:pt x="228600" y="25400"/>
                  </a:moveTo>
                  <a:lnTo>
                    <a:pt x="203200" y="25400"/>
                  </a:lnTo>
                  <a:lnTo>
                    <a:pt x="203200" y="50800"/>
                  </a:lnTo>
                  <a:lnTo>
                    <a:pt x="228600" y="50800"/>
                  </a:lnTo>
                  <a:lnTo>
                    <a:pt x="228600" y="25400"/>
                  </a:lnTo>
                  <a:close/>
                </a:path>
                <a:path w="8007350" h="76200">
                  <a:moveTo>
                    <a:pt x="279400" y="25400"/>
                  </a:moveTo>
                  <a:lnTo>
                    <a:pt x="254000" y="25400"/>
                  </a:lnTo>
                  <a:lnTo>
                    <a:pt x="254000" y="50800"/>
                  </a:lnTo>
                  <a:lnTo>
                    <a:pt x="279400" y="50800"/>
                  </a:lnTo>
                  <a:lnTo>
                    <a:pt x="279400" y="25400"/>
                  </a:lnTo>
                  <a:close/>
                </a:path>
                <a:path w="8007350" h="76200">
                  <a:moveTo>
                    <a:pt x="330200" y="25400"/>
                  </a:moveTo>
                  <a:lnTo>
                    <a:pt x="304800" y="25400"/>
                  </a:lnTo>
                  <a:lnTo>
                    <a:pt x="304800" y="50800"/>
                  </a:lnTo>
                  <a:lnTo>
                    <a:pt x="330200" y="50800"/>
                  </a:lnTo>
                  <a:lnTo>
                    <a:pt x="330200" y="25400"/>
                  </a:lnTo>
                  <a:close/>
                </a:path>
                <a:path w="8007350" h="76200">
                  <a:moveTo>
                    <a:pt x="381000" y="25400"/>
                  </a:moveTo>
                  <a:lnTo>
                    <a:pt x="355600" y="25400"/>
                  </a:lnTo>
                  <a:lnTo>
                    <a:pt x="355600" y="50800"/>
                  </a:lnTo>
                  <a:lnTo>
                    <a:pt x="381000" y="50800"/>
                  </a:lnTo>
                  <a:lnTo>
                    <a:pt x="381000" y="25400"/>
                  </a:lnTo>
                  <a:close/>
                </a:path>
                <a:path w="8007350" h="76200">
                  <a:moveTo>
                    <a:pt x="431800" y="25400"/>
                  </a:moveTo>
                  <a:lnTo>
                    <a:pt x="406400" y="25400"/>
                  </a:lnTo>
                  <a:lnTo>
                    <a:pt x="406400" y="50800"/>
                  </a:lnTo>
                  <a:lnTo>
                    <a:pt x="431800" y="50800"/>
                  </a:lnTo>
                  <a:lnTo>
                    <a:pt x="431800" y="25400"/>
                  </a:lnTo>
                  <a:close/>
                </a:path>
                <a:path w="8007350" h="76200">
                  <a:moveTo>
                    <a:pt x="482600" y="25400"/>
                  </a:moveTo>
                  <a:lnTo>
                    <a:pt x="457200" y="25400"/>
                  </a:lnTo>
                  <a:lnTo>
                    <a:pt x="457200" y="50800"/>
                  </a:lnTo>
                  <a:lnTo>
                    <a:pt x="482600" y="50800"/>
                  </a:lnTo>
                  <a:lnTo>
                    <a:pt x="482600" y="25400"/>
                  </a:lnTo>
                  <a:close/>
                </a:path>
                <a:path w="8007350" h="76200">
                  <a:moveTo>
                    <a:pt x="533400" y="25400"/>
                  </a:moveTo>
                  <a:lnTo>
                    <a:pt x="508000" y="25400"/>
                  </a:lnTo>
                  <a:lnTo>
                    <a:pt x="508000" y="50800"/>
                  </a:lnTo>
                  <a:lnTo>
                    <a:pt x="533400" y="50800"/>
                  </a:lnTo>
                  <a:lnTo>
                    <a:pt x="533400" y="25400"/>
                  </a:lnTo>
                  <a:close/>
                </a:path>
                <a:path w="8007350" h="76200">
                  <a:moveTo>
                    <a:pt x="584200" y="25400"/>
                  </a:moveTo>
                  <a:lnTo>
                    <a:pt x="558800" y="25400"/>
                  </a:lnTo>
                  <a:lnTo>
                    <a:pt x="558800" y="50800"/>
                  </a:lnTo>
                  <a:lnTo>
                    <a:pt x="584200" y="50800"/>
                  </a:lnTo>
                  <a:lnTo>
                    <a:pt x="584200" y="25400"/>
                  </a:lnTo>
                  <a:close/>
                </a:path>
                <a:path w="8007350" h="76200">
                  <a:moveTo>
                    <a:pt x="635000" y="25400"/>
                  </a:moveTo>
                  <a:lnTo>
                    <a:pt x="609600" y="25400"/>
                  </a:lnTo>
                  <a:lnTo>
                    <a:pt x="609600" y="50800"/>
                  </a:lnTo>
                  <a:lnTo>
                    <a:pt x="635000" y="50800"/>
                  </a:lnTo>
                  <a:lnTo>
                    <a:pt x="635000" y="25400"/>
                  </a:lnTo>
                  <a:close/>
                </a:path>
                <a:path w="8007350" h="76200">
                  <a:moveTo>
                    <a:pt x="685800" y="25400"/>
                  </a:moveTo>
                  <a:lnTo>
                    <a:pt x="660400" y="25400"/>
                  </a:lnTo>
                  <a:lnTo>
                    <a:pt x="660400" y="50800"/>
                  </a:lnTo>
                  <a:lnTo>
                    <a:pt x="685800" y="50800"/>
                  </a:lnTo>
                  <a:lnTo>
                    <a:pt x="685800" y="25400"/>
                  </a:lnTo>
                  <a:close/>
                </a:path>
                <a:path w="8007350" h="76200">
                  <a:moveTo>
                    <a:pt x="736600" y="25400"/>
                  </a:moveTo>
                  <a:lnTo>
                    <a:pt x="711200" y="25400"/>
                  </a:lnTo>
                  <a:lnTo>
                    <a:pt x="711200" y="50800"/>
                  </a:lnTo>
                  <a:lnTo>
                    <a:pt x="736600" y="50800"/>
                  </a:lnTo>
                  <a:lnTo>
                    <a:pt x="736600" y="25400"/>
                  </a:lnTo>
                  <a:close/>
                </a:path>
                <a:path w="8007350" h="76200">
                  <a:moveTo>
                    <a:pt x="787400" y="25400"/>
                  </a:moveTo>
                  <a:lnTo>
                    <a:pt x="762000" y="25400"/>
                  </a:lnTo>
                  <a:lnTo>
                    <a:pt x="762000" y="50800"/>
                  </a:lnTo>
                  <a:lnTo>
                    <a:pt x="787400" y="50800"/>
                  </a:lnTo>
                  <a:lnTo>
                    <a:pt x="787400" y="25400"/>
                  </a:lnTo>
                  <a:close/>
                </a:path>
                <a:path w="8007350" h="76200">
                  <a:moveTo>
                    <a:pt x="838200" y="25400"/>
                  </a:moveTo>
                  <a:lnTo>
                    <a:pt x="812800" y="25400"/>
                  </a:lnTo>
                  <a:lnTo>
                    <a:pt x="812800" y="50800"/>
                  </a:lnTo>
                  <a:lnTo>
                    <a:pt x="838200" y="50800"/>
                  </a:lnTo>
                  <a:lnTo>
                    <a:pt x="838200" y="25400"/>
                  </a:lnTo>
                  <a:close/>
                </a:path>
                <a:path w="8007350" h="76200">
                  <a:moveTo>
                    <a:pt x="889000" y="25400"/>
                  </a:moveTo>
                  <a:lnTo>
                    <a:pt x="863600" y="25400"/>
                  </a:lnTo>
                  <a:lnTo>
                    <a:pt x="863600" y="50800"/>
                  </a:lnTo>
                  <a:lnTo>
                    <a:pt x="889000" y="50800"/>
                  </a:lnTo>
                  <a:lnTo>
                    <a:pt x="889000" y="25400"/>
                  </a:lnTo>
                  <a:close/>
                </a:path>
                <a:path w="8007350" h="76200">
                  <a:moveTo>
                    <a:pt x="939800" y="25400"/>
                  </a:moveTo>
                  <a:lnTo>
                    <a:pt x="914400" y="25400"/>
                  </a:lnTo>
                  <a:lnTo>
                    <a:pt x="914400" y="50800"/>
                  </a:lnTo>
                  <a:lnTo>
                    <a:pt x="939800" y="50800"/>
                  </a:lnTo>
                  <a:lnTo>
                    <a:pt x="939800" y="25400"/>
                  </a:lnTo>
                  <a:close/>
                </a:path>
                <a:path w="8007350" h="76200">
                  <a:moveTo>
                    <a:pt x="990600" y="25400"/>
                  </a:moveTo>
                  <a:lnTo>
                    <a:pt x="965200" y="25400"/>
                  </a:lnTo>
                  <a:lnTo>
                    <a:pt x="965200" y="50800"/>
                  </a:lnTo>
                  <a:lnTo>
                    <a:pt x="990600" y="50800"/>
                  </a:lnTo>
                  <a:lnTo>
                    <a:pt x="990600" y="25400"/>
                  </a:lnTo>
                  <a:close/>
                </a:path>
                <a:path w="8007350" h="76200">
                  <a:moveTo>
                    <a:pt x="1041400" y="25400"/>
                  </a:moveTo>
                  <a:lnTo>
                    <a:pt x="1016000" y="25400"/>
                  </a:lnTo>
                  <a:lnTo>
                    <a:pt x="1016000" y="50800"/>
                  </a:lnTo>
                  <a:lnTo>
                    <a:pt x="1041400" y="50800"/>
                  </a:lnTo>
                  <a:lnTo>
                    <a:pt x="1041400" y="25400"/>
                  </a:lnTo>
                  <a:close/>
                </a:path>
                <a:path w="8007350" h="76200">
                  <a:moveTo>
                    <a:pt x="1092200" y="25400"/>
                  </a:moveTo>
                  <a:lnTo>
                    <a:pt x="1066800" y="25400"/>
                  </a:lnTo>
                  <a:lnTo>
                    <a:pt x="1066800" y="50800"/>
                  </a:lnTo>
                  <a:lnTo>
                    <a:pt x="1092200" y="50800"/>
                  </a:lnTo>
                  <a:lnTo>
                    <a:pt x="1092200" y="25400"/>
                  </a:lnTo>
                  <a:close/>
                </a:path>
                <a:path w="8007350" h="76200">
                  <a:moveTo>
                    <a:pt x="1143000" y="25400"/>
                  </a:moveTo>
                  <a:lnTo>
                    <a:pt x="1117600" y="25400"/>
                  </a:lnTo>
                  <a:lnTo>
                    <a:pt x="1117600" y="50800"/>
                  </a:lnTo>
                  <a:lnTo>
                    <a:pt x="1143000" y="50800"/>
                  </a:lnTo>
                  <a:lnTo>
                    <a:pt x="1143000" y="25400"/>
                  </a:lnTo>
                  <a:close/>
                </a:path>
                <a:path w="8007350" h="76200">
                  <a:moveTo>
                    <a:pt x="1193800" y="25400"/>
                  </a:moveTo>
                  <a:lnTo>
                    <a:pt x="1168400" y="25400"/>
                  </a:lnTo>
                  <a:lnTo>
                    <a:pt x="1168400" y="50800"/>
                  </a:lnTo>
                  <a:lnTo>
                    <a:pt x="1193800" y="50800"/>
                  </a:lnTo>
                  <a:lnTo>
                    <a:pt x="1193800" y="25400"/>
                  </a:lnTo>
                  <a:close/>
                </a:path>
                <a:path w="8007350" h="76200">
                  <a:moveTo>
                    <a:pt x="1244600" y="25400"/>
                  </a:moveTo>
                  <a:lnTo>
                    <a:pt x="1219200" y="25400"/>
                  </a:lnTo>
                  <a:lnTo>
                    <a:pt x="1219200" y="50800"/>
                  </a:lnTo>
                  <a:lnTo>
                    <a:pt x="1244600" y="50800"/>
                  </a:lnTo>
                  <a:lnTo>
                    <a:pt x="1244600" y="25400"/>
                  </a:lnTo>
                  <a:close/>
                </a:path>
                <a:path w="8007350" h="76200">
                  <a:moveTo>
                    <a:pt x="1295400" y="25400"/>
                  </a:moveTo>
                  <a:lnTo>
                    <a:pt x="1270000" y="25400"/>
                  </a:lnTo>
                  <a:lnTo>
                    <a:pt x="1270000" y="50800"/>
                  </a:lnTo>
                  <a:lnTo>
                    <a:pt x="1295400" y="50800"/>
                  </a:lnTo>
                  <a:lnTo>
                    <a:pt x="1295400" y="25400"/>
                  </a:lnTo>
                  <a:close/>
                </a:path>
                <a:path w="8007350" h="76200">
                  <a:moveTo>
                    <a:pt x="1346200" y="25400"/>
                  </a:moveTo>
                  <a:lnTo>
                    <a:pt x="1320800" y="25400"/>
                  </a:lnTo>
                  <a:lnTo>
                    <a:pt x="1320800" y="50800"/>
                  </a:lnTo>
                  <a:lnTo>
                    <a:pt x="1346200" y="50800"/>
                  </a:lnTo>
                  <a:lnTo>
                    <a:pt x="1346200" y="25400"/>
                  </a:lnTo>
                  <a:close/>
                </a:path>
                <a:path w="8007350" h="76200">
                  <a:moveTo>
                    <a:pt x="1397000" y="25400"/>
                  </a:moveTo>
                  <a:lnTo>
                    <a:pt x="1371600" y="25400"/>
                  </a:lnTo>
                  <a:lnTo>
                    <a:pt x="1371600" y="50800"/>
                  </a:lnTo>
                  <a:lnTo>
                    <a:pt x="1397000" y="50800"/>
                  </a:lnTo>
                  <a:lnTo>
                    <a:pt x="1397000" y="25400"/>
                  </a:lnTo>
                  <a:close/>
                </a:path>
                <a:path w="8007350" h="76200">
                  <a:moveTo>
                    <a:pt x="1447800" y="25400"/>
                  </a:moveTo>
                  <a:lnTo>
                    <a:pt x="1422400" y="25400"/>
                  </a:lnTo>
                  <a:lnTo>
                    <a:pt x="1422400" y="50800"/>
                  </a:lnTo>
                  <a:lnTo>
                    <a:pt x="1447800" y="50800"/>
                  </a:lnTo>
                  <a:lnTo>
                    <a:pt x="1447800" y="25400"/>
                  </a:lnTo>
                  <a:close/>
                </a:path>
                <a:path w="8007350" h="76200">
                  <a:moveTo>
                    <a:pt x="1498600" y="25400"/>
                  </a:moveTo>
                  <a:lnTo>
                    <a:pt x="1473200" y="25400"/>
                  </a:lnTo>
                  <a:lnTo>
                    <a:pt x="1473200" y="50800"/>
                  </a:lnTo>
                  <a:lnTo>
                    <a:pt x="1498600" y="50800"/>
                  </a:lnTo>
                  <a:lnTo>
                    <a:pt x="1498600" y="25400"/>
                  </a:lnTo>
                  <a:close/>
                </a:path>
                <a:path w="8007350" h="76200">
                  <a:moveTo>
                    <a:pt x="1549400" y="25400"/>
                  </a:moveTo>
                  <a:lnTo>
                    <a:pt x="1524000" y="25400"/>
                  </a:lnTo>
                  <a:lnTo>
                    <a:pt x="1524000" y="50800"/>
                  </a:lnTo>
                  <a:lnTo>
                    <a:pt x="1549400" y="50800"/>
                  </a:lnTo>
                  <a:lnTo>
                    <a:pt x="1549400" y="25400"/>
                  </a:lnTo>
                  <a:close/>
                </a:path>
                <a:path w="8007350" h="76200">
                  <a:moveTo>
                    <a:pt x="1600200" y="25400"/>
                  </a:moveTo>
                  <a:lnTo>
                    <a:pt x="1574800" y="25400"/>
                  </a:lnTo>
                  <a:lnTo>
                    <a:pt x="1574800" y="50800"/>
                  </a:lnTo>
                  <a:lnTo>
                    <a:pt x="1600200" y="50800"/>
                  </a:lnTo>
                  <a:lnTo>
                    <a:pt x="1600200" y="25400"/>
                  </a:lnTo>
                  <a:close/>
                </a:path>
                <a:path w="8007350" h="76200">
                  <a:moveTo>
                    <a:pt x="1651000" y="25400"/>
                  </a:moveTo>
                  <a:lnTo>
                    <a:pt x="1625600" y="25400"/>
                  </a:lnTo>
                  <a:lnTo>
                    <a:pt x="1625600" y="50800"/>
                  </a:lnTo>
                  <a:lnTo>
                    <a:pt x="1651000" y="50800"/>
                  </a:lnTo>
                  <a:lnTo>
                    <a:pt x="1651000" y="25400"/>
                  </a:lnTo>
                  <a:close/>
                </a:path>
                <a:path w="8007350" h="76200">
                  <a:moveTo>
                    <a:pt x="1701800" y="25400"/>
                  </a:moveTo>
                  <a:lnTo>
                    <a:pt x="1676400" y="25400"/>
                  </a:lnTo>
                  <a:lnTo>
                    <a:pt x="1676400" y="50800"/>
                  </a:lnTo>
                  <a:lnTo>
                    <a:pt x="1701800" y="50800"/>
                  </a:lnTo>
                  <a:lnTo>
                    <a:pt x="1701800" y="25400"/>
                  </a:lnTo>
                  <a:close/>
                </a:path>
                <a:path w="8007350" h="76200">
                  <a:moveTo>
                    <a:pt x="1752600" y="25400"/>
                  </a:moveTo>
                  <a:lnTo>
                    <a:pt x="1727200" y="25400"/>
                  </a:lnTo>
                  <a:lnTo>
                    <a:pt x="1727200" y="50800"/>
                  </a:lnTo>
                  <a:lnTo>
                    <a:pt x="1752600" y="50800"/>
                  </a:lnTo>
                  <a:lnTo>
                    <a:pt x="1752600" y="25400"/>
                  </a:lnTo>
                  <a:close/>
                </a:path>
                <a:path w="8007350" h="76200">
                  <a:moveTo>
                    <a:pt x="1803400" y="25400"/>
                  </a:moveTo>
                  <a:lnTo>
                    <a:pt x="1778000" y="25400"/>
                  </a:lnTo>
                  <a:lnTo>
                    <a:pt x="1778000" y="50800"/>
                  </a:lnTo>
                  <a:lnTo>
                    <a:pt x="1803400" y="50800"/>
                  </a:lnTo>
                  <a:lnTo>
                    <a:pt x="1803400" y="25400"/>
                  </a:lnTo>
                  <a:close/>
                </a:path>
                <a:path w="8007350" h="76200">
                  <a:moveTo>
                    <a:pt x="1854200" y="25400"/>
                  </a:moveTo>
                  <a:lnTo>
                    <a:pt x="1828800" y="25400"/>
                  </a:lnTo>
                  <a:lnTo>
                    <a:pt x="1828800" y="50800"/>
                  </a:lnTo>
                  <a:lnTo>
                    <a:pt x="1854200" y="50800"/>
                  </a:lnTo>
                  <a:lnTo>
                    <a:pt x="1854200" y="25400"/>
                  </a:lnTo>
                  <a:close/>
                </a:path>
                <a:path w="8007350" h="76200">
                  <a:moveTo>
                    <a:pt x="1905000" y="25400"/>
                  </a:moveTo>
                  <a:lnTo>
                    <a:pt x="1879600" y="25400"/>
                  </a:lnTo>
                  <a:lnTo>
                    <a:pt x="1879600" y="50800"/>
                  </a:lnTo>
                  <a:lnTo>
                    <a:pt x="1905000" y="50800"/>
                  </a:lnTo>
                  <a:lnTo>
                    <a:pt x="1905000" y="25400"/>
                  </a:lnTo>
                  <a:close/>
                </a:path>
                <a:path w="8007350" h="76200">
                  <a:moveTo>
                    <a:pt x="1955800" y="25400"/>
                  </a:moveTo>
                  <a:lnTo>
                    <a:pt x="1930400" y="25400"/>
                  </a:lnTo>
                  <a:lnTo>
                    <a:pt x="1930400" y="50800"/>
                  </a:lnTo>
                  <a:lnTo>
                    <a:pt x="1955800" y="50800"/>
                  </a:lnTo>
                  <a:lnTo>
                    <a:pt x="1955800" y="25400"/>
                  </a:lnTo>
                  <a:close/>
                </a:path>
                <a:path w="8007350" h="76200">
                  <a:moveTo>
                    <a:pt x="2006600" y="25400"/>
                  </a:moveTo>
                  <a:lnTo>
                    <a:pt x="1981200" y="25400"/>
                  </a:lnTo>
                  <a:lnTo>
                    <a:pt x="1981200" y="50800"/>
                  </a:lnTo>
                  <a:lnTo>
                    <a:pt x="2006600" y="50800"/>
                  </a:lnTo>
                  <a:lnTo>
                    <a:pt x="2006600" y="25400"/>
                  </a:lnTo>
                  <a:close/>
                </a:path>
                <a:path w="8007350" h="76200">
                  <a:moveTo>
                    <a:pt x="2057400" y="25400"/>
                  </a:moveTo>
                  <a:lnTo>
                    <a:pt x="2032000" y="25400"/>
                  </a:lnTo>
                  <a:lnTo>
                    <a:pt x="2032000" y="50800"/>
                  </a:lnTo>
                  <a:lnTo>
                    <a:pt x="2057400" y="50800"/>
                  </a:lnTo>
                  <a:lnTo>
                    <a:pt x="2057400" y="25400"/>
                  </a:lnTo>
                  <a:close/>
                </a:path>
                <a:path w="8007350" h="76200">
                  <a:moveTo>
                    <a:pt x="2108200" y="25400"/>
                  </a:moveTo>
                  <a:lnTo>
                    <a:pt x="2082800" y="25400"/>
                  </a:lnTo>
                  <a:lnTo>
                    <a:pt x="2082800" y="50800"/>
                  </a:lnTo>
                  <a:lnTo>
                    <a:pt x="2108200" y="50800"/>
                  </a:lnTo>
                  <a:lnTo>
                    <a:pt x="2108200" y="25400"/>
                  </a:lnTo>
                  <a:close/>
                </a:path>
                <a:path w="8007350" h="76200">
                  <a:moveTo>
                    <a:pt x="2159000" y="25400"/>
                  </a:moveTo>
                  <a:lnTo>
                    <a:pt x="2133600" y="25400"/>
                  </a:lnTo>
                  <a:lnTo>
                    <a:pt x="2133600" y="50800"/>
                  </a:lnTo>
                  <a:lnTo>
                    <a:pt x="2159000" y="50800"/>
                  </a:lnTo>
                  <a:lnTo>
                    <a:pt x="2159000" y="25400"/>
                  </a:lnTo>
                  <a:close/>
                </a:path>
                <a:path w="8007350" h="76200">
                  <a:moveTo>
                    <a:pt x="2209800" y="25400"/>
                  </a:moveTo>
                  <a:lnTo>
                    <a:pt x="2184400" y="25400"/>
                  </a:lnTo>
                  <a:lnTo>
                    <a:pt x="2184400" y="50800"/>
                  </a:lnTo>
                  <a:lnTo>
                    <a:pt x="2209800" y="50800"/>
                  </a:lnTo>
                  <a:lnTo>
                    <a:pt x="2209800" y="25400"/>
                  </a:lnTo>
                  <a:close/>
                </a:path>
                <a:path w="8007350" h="76200">
                  <a:moveTo>
                    <a:pt x="2260600" y="25400"/>
                  </a:moveTo>
                  <a:lnTo>
                    <a:pt x="2235200" y="25400"/>
                  </a:lnTo>
                  <a:lnTo>
                    <a:pt x="2235200" y="50800"/>
                  </a:lnTo>
                  <a:lnTo>
                    <a:pt x="2260600" y="50800"/>
                  </a:lnTo>
                  <a:lnTo>
                    <a:pt x="2260600" y="25400"/>
                  </a:lnTo>
                  <a:close/>
                </a:path>
                <a:path w="8007350" h="76200">
                  <a:moveTo>
                    <a:pt x="2311400" y="25400"/>
                  </a:moveTo>
                  <a:lnTo>
                    <a:pt x="2286000" y="254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25400"/>
                  </a:lnTo>
                  <a:close/>
                </a:path>
                <a:path w="8007350" h="76200">
                  <a:moveTo>
                    <a:pt x="2362200" y="25400"/>
                  </a:moveTo>
                  <a:lnTo>
                    <a:pt x="2336800" y="25400"/>
                  </a:lnTo>
                  <a:lnTo>
                    <a:pt x="2336800" y="50800"/>
                  </a:lnTo>
                  <a:lnTo>
                    <a:pt x="2362200" y="50800"/>
                  </a:lnTo>
                  <a:lnTo>
                    <a:pt x="2362200" y="25400"/>
                  </a:lnTo>
                  <a:close/>
                </a:path>
                <a:path w="8007350" h="76200">
                  <a:moveTo>
                    <a:pt x="2413000" y="25400"/>
                  </a:moveTo>
                  <a:lnTo>
                    <a:pt x="2387600" y="25400"/>
                  </a:lnTo>
                  <a:lnTo>
                    <a:pt x="2387600" y="50800"/>
                  </a:lnTo>
                  <a:lnTo>
                    <a:pt x="2413000" y="50800"/>
                  </a:lnTo>
                  <a:lnTo>
                    <a:pt x="2413000" y="25400"/>
                  </a:lnTo>
                  <a:close/>
                </a:path>
                <a:path w="8007350" h="76200">
                  <a:moveTo>
                    <a:pt x="2463800" y="25400"/>
                  </a:moveTo>
                  <a:lnTo>
                    <a:pt x="2438400" y="25400"/>
                  </a:lnTo>
                  <a:lnTo>
                    <a:pt x="2438400" y="50800"/>
                  </a:lnTo>
                  <a:lnTo>
                    <a:pt x="2463800" y="50800"/>
                  </a:lnTo>
                  <a:lnTo>
                    <a:pt x="2463800" y="25400"/>
                  </a:lnTo>
                  <a:close/>
                </a:path>
                <a:path w="8007350" h="76200">
                  <a:moveTo>
                    <a:pt x="2514600" y="25400"/>
                  </a:moveTo>
                  <a:lnTo>
                    <a:pt x="2489200" y="25400"/>
                  </a:lnTo>
                  <a:lnTo>
                    <a:pt x="2489200" y="50800"/>
                  </a:lnTo>
                  <a:lnTo>
                    <a:pt x="2514600" y="50800"/>
                  </a:lnTo>
                  <a:lnTo>
                    <a:pt x="2514600" y="25400"/>
                  </a:lnTo>
                  <a:close/>
                </a:path>
                <a:path w="8007350" h="76200">
                  <a:moveTo>
                    <a:pt x="2565400" y="25400"/>
                  </a:moveTo>
                  <a:lnTo>
                    <a:pt x="2540000" y="25400"/>
                  </a:lnTo>
                  <a:lnTo>
                    <a:pt x="25400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8007350" h="76200">
                  <a:moveTo>
                    <a:pt x="2616200" y="25400"/>
                  </a:moveTo>
                  <a:lnTo>
                    <a:pt x="2590800" y="25400"/>
                  </a:lnTo>
                  <a:lnTo>
                    <a:pt x="2590800" y="50800"/>
                  </a:lnTo>
                  <a:lnTo>
                    <a:pt x="2616200" y="50800"/>
                  </a:lnTo>
                  <a:lnTo>
                    <a:pt x="2616200" y="25400"/>
                  </a:lnTo>
                  <a:close/>
                </a:path>
                <a:path w="8007350" h="76200">
                  <a:moveTo>
                    <a:pt x="2667000" y="25400"/>
                  </a:moveTo>
                  <a:lnTo>
                    <a:pt x="2641600" y="25400"/>
                  </a:lnTo>
                  <a:lnTo>
                    <a:pt x="2641600" y="50800"/>
                  </a:lnTo>
                  <a:lnTo>
                    <a:pt x="2667000" y="50800"/>
                  </a:lnTo>
                  <a:lnTo>
                    <a:pt x="2667000" y="25400"/>
                  </a:lnTo>
                  <a:close/>
                </a:path>
                <a:path w="8007350" h="76200">
                  <a:moveTo>
                    <a:pt x="2717800" y="25400"/>
                  </a:moveTo>
                  <a:lnTo>
                    <a:pt x="2692400" y="25400"/>
                  </a:lnTo>
                  <a:lnTo>
                    <a:pt x="2692400" y="50800"/>
                  </a:lnTo>
                  <a:lnTo>
                    <a:pt x="2717800" y="50800"/>
                  </a:lnTo>
                  <a:lnTo>
                    <a:pt x="2717800" y="25400"/>
                  </a:lnTo>
                  <a:close/>
                </a:path>
                <a:path w="8007350" h="76200">
                  <a:moveTo>
                    <a:pt x="2768600" y="25400"/>
                  </a:moveTo>
                  <a:lnTo>
                    <a:pt x="2743200" y="25400"/>
                  </a:lnTo>
                  <a:lnTo>
                    <a:pt x="2743200" y="50800"/>
                  </a:lnTo>
                  <a:lnTo>
                    <a:pt x="2768600" y="50800"/>
                  </a:lnTo>
                  <a:lnTo>
                    <a:pt x="2768600" y="25400"/>
                  </a:lnTo>
                  <a:close/>
                </a:path>
                <a:path w="8007350" h="76200">
                  <a:moveTo>
                    <a:pt x="2819400" y="25400"/>
                  </a:moveTo>
                  <a:lnTo>
                    <a:pt x="2794000" y="25400"/>
                  </a:lnTo>
                  <a:lnTo>
                    <a:pt x="2794000" y="50800"/>
                  </a:lnTo>
                  <a:lnTo>
                    <a:pt x="2819400" y="50800"/>
                  </a:lnTo>
                  <a:lnTo>
                    <a:pt x="2819400" y="25400"/>
                  </a:lnTo>
                  <a:close/>
                </a:path>
                <a:path w="8007350" h="76200">
                  <a:moveTo>
                    <a:pt x="2870200" y="25400"/>
                  </a:moveTo>
                  <a:lnTo>
                    <a:pt x="2844800" y="25400"/>
                  </a:lnTo>
                  <a:lnTo>
                    <a:pt x="2844800" y="50800"/>
                  </a:lnTo>
                  <a:lnTo>
                    <a:pt x="2870200" y="50800"/>
                  </a:lnTo>
                  <a:lnTo>
                    <a:pt x="2870200" y="25400"/>
                  </a:lnTo>
                  <a:close/>
                </a:path>
                <a:path w="8007350" h="76200">
                  <a:moveTo>
                    <a:pt x="2921000" y="25400"/>
                  </a:moveTo>
                  <a:lnTo>
                    <a:pt x="2895600" y="25400"/>
                  </a:lnTo>
                  <a:lnTo>
                    <a:pt x="2895600" y="50800"/>
                  </a:lnTo>
                  <a:lnTo>
                    <a:pt x="2921000" y="50800"/>
                  </a:lnTo>
                  <a:lnTo>
                    <a:pt x="2921000" y="25400"/>
                  </a:lnTo>
                  <a:close/>
                </a:path>
                <a:path w="8007350" h="76200">
                  <a:moveTo>
                    <a:pt x="2971800" y="25400"/>
                  </a:moveTo>
                  <a:lnTo>
                    <a:pt x="2946400" y="25400"/>
                  </a:lnTo>
                  <a:lnTo>
                    <a:pt x="2946400" y="50800"/>
                  </a:lnTo>
                  <a:lnTo>
                    <a:pt x="2971800" y="50800"/>
                  </a:lnTo>
                  <a:lnTo>
                    <a:pt x="2971800" y="25400"/>
                  </a:lnTo>
                  <a:close/>
                </a:path>
                <a:path w="8007350" h="76200">
                  <a:moveTo>
                    <a:pt x="3022600" y="25400"/>
                  </a:moveTo>
                  <a:lnTo>
                    <a:pt x="2997200" y="25400"/>
                  </a:lnTo>
                  <a:lnTo>
                    <a:pt x="2997200" y="50800"/>
                  </a:lnTo>
                  <a:lnTo>
                    <a:pt x="3022600" y="50800"/>
                  </a:lnTo>
                  <a:lnTo>
                    <a:pt x="3022600" y="25400"/>
                  </a:lnTo>
                  <a:close/>
                </a:path>
                <a:path w="8007350" h="76200">
                  <a:moveTo>
                    <a:pt x="3073400" y="25400"/>
                  </a:moveTo>
                  <a:lnTo>
                    <a:pt x="3048000" y="25400"/>
                  </a:lnTo>
                  <a:lnTo>
                    <a:pt x="3048000" y="50800"/>
                  </a:lnTo>
                  <a:lnTo>
                    <a:pt x="3073400" y="50800"/>
                  </a:lnTo>
                  <a:lnTo>
                    <a:pt x="3073400" y="25400"/>
                  </a:lnTo>
                  <a:close/>
                </a:path>
                <a:path w="8007350" h="76200">
                  <a:moveTo>
                    <a:pt x="3124200" y="25400"/>
                  </a:moveTo>
                  <a:lnTo>
                    <a:pt x="3098800" y="25400"/>
                  </a:lnTo>
                  <a:lnTo>
                    <a:pt x="3098800" y="50800"/>
                  </a:lnTo>
                  <a:lnTo>
                    <a:pt x="3124200" y="50800"/>
                  </a:lnTo>
                  <a:lnTo>
                    <a:pt x="3124200" y="25400"/>
                  </a:lnTo>
                  <a:close/>
                </a:path>
                <a:path w="8007350" h="76200">
                  <a:moveTo>
                    <a:pt x="3175000" y="25400"/>
                  </a:moveTo>
                  <a:lnTo>
                    <a:pt x="3149600" y="25400"/>
                  </a:lnTo>
                  <a:lnTo>
                    <a:pt x="3149600" y="50800"/>
                  </a:lnTo>
                  <a:lnTo>
                    <a:pt x="3175000" y="50800"/>
                  </a:lnTo>
                  <a:lnTo>
                    <a:pt x="3175000" y="25400"/>
                  </a:lnTo>
                  <a:close/>
                </a:path>
                <a:path w="8007350" h="76200">
                  <a:moveTo>
                    <a:pt x="3225800" y="25400"/>
                  </a:moveTo>
                  <a:lnTo>
                    <a:pt x="3200400" y="25400"/>
                  </a:lnTo>
                  <a:lnTo>
                    <a:pt x="3200400" y="50800"/>
                  </a:lnTo>
                  <a:lnTo>
                    <a:pt x="3225800" y="50800"/>
                  </a:lnTo>
                  <a:lnTo>
                    <a:pt x="3225800" y="25400"/>
                  </a:lnTo>
                  <a:close/>
                </a:path>
                <a:path w="8007350" h="76200">
                  <a:moveTo>
                    <a:pt x="3276600" y="25400"/>
                  </a:moveTo>
                  <a:lnTo>
                    <a:pt x="3251200" y="25400"/>
                  </a:lnTo>
                  <a:lnTo>
                    <a:pt x="3251200" y="50800"/>
                  </a:lnTo>
                  <a:lnTo>
                    <a:pt x="3276600" y="50800"/>
                  </a:lnTo>
                  <a:lnTo>
                    <a:pt x="3276600" y="25400"/>
                  </a:lnTo>
                  <a:close/>
                </a:path>
                <a:path w="8007350" h="76200">
                  <a:moveTo>
                    <a:pt x="3327400" y="25400"/>
                  </a:moveTo>
                  <a:lnTo>
                    <a:pt x="3302000" y="25400"/>
                  </a:lnTo>
                  <a:lnTo>
                    <a:pt x="3302000" y="50800"/>
                  </a:lnTo>
                  <a:lnTo>
                    <a:pt x="3327400" y="50800"/>
                  </a:lnTo>
                  <a:lnTo>
                    <a:pt x="3327400" y="25400"/>
                  </a:lnTo>
                  <a:close/>
                </a:path>
                <a:path w="8007350" h="76200">
                  <a:moveTo>
                    <a:pt x="3378200" y="25400"/>
                  </a:moveTo>
                  <a:lnTo>
                    <a:pt x="3352800" y="25400"/>
                  </a:lnTo>
                  <a:lnTo>
                    <a:pt x="3352800" y="50800"/>
                  </a:lnTo>
                  <a:lnTo>
                    <a:pt x="3378200" y="50800"/>
                  </a:lnTo>
                  <a:lnTo>
                    <a:pt x="3378200" y="25400"/>
                  </a:lnTo>
                  <a:close/>
                </a:path>
                <a:path w="8007350" h="76200">
                  <a:moveTo>
                    <a:pt x="3429000" y="25400"/>
                  </a:moveTo>
                  <a:lnTo>
                    <a:pt x="3403600" y="25400"/>
                  </a:lnTo>
                  <a:lnTo>
                    <a:pt x="3403600" y="50800"/>
                  </a:lnTo>
                  <a:lnTo>
                    <a:pt x="3429000" y="50800"/>
                  </a:lnTo>
                  <a:lnTo>
                    <a:pt x="3429000" y="25400"/>
                  </a:lnTo>
                  <a:close/>
                </a:path>
                <a:path w="8007350" h="76200">
                  <a:moveTo>
                    <a:pt x="3479800" y="25400"/>
                  </a:moveTo>
                  <a:lnTo>
                    <a:pt x="3454400" y="25400"/>
                  </a:lnTo>
                  <a:lnTo>
                    <a:pt x="3454400" y="50800"/>
                  </a:lnTo>
                  <a:lnTo>
                    <a:pt x="3479800" y="50800"/>
                  </a:lnTo>
                  <a:lnTo>
                    <a:pt x="3479800" y="25400"/>
                  </a:lnTo>
                  <a:close/>
                </a:path>
                <a:path w="8007350" h="76200">
                  <a:moveTo>
                    <a:pt x="3530600" y="25400"/>
                  </a:moveTo>
                  <a:lnTo>
                    <a:pt x="3505200" y="25400"/>
                  </a:lnTo>
                  <a:lnTo>
                    <a:pt x="3505200" y="50800"/>
                  </a:lnTo>
                  <a:lnTo>
                    <a:pt x="3530600" y="50800"/>
                  </a:lnTo>
                  <a:lnTo>
                    <a:pt x="3530600" y="25400"/>
                  </a:lnTo>
                  <a:close/>
                </a:path>
                <a:path w="8007350" h="76200">
                  <a:moveTo>
                    <a:pt x="3581400" y="25400"/>
                  </a:moveTo>
                  <a:lnTo>
                    <a:pt x="3556000" y="25400"/>
                  </a:lnTo>
                  <a:lnTo>
                    <a:pt x="3556000" y="50800"/>
                  </a:lnTo>
                  <a:lnTo>
                    <a:pt x="3581400" y="50800"/>
                  </a:lnTo>
                  <a:lnTo>
                    <a:pt x="3581400" y="25400"/>
                  </a:lnTo>
                  <a:close/>
                </a:path>
                <a:path w="8007350" h="76200">
                  <a:moveTo>
                    <a:pt x="3632200" y="25400"/>
                  </a:moveTo>
                  <a:lnTo>
                    <a:pt x="3606800" y="25400"/>
                  </a:lnTo>
                  <a:lnTo>
                    <a:pt x="3606800" y="50800"/>
                  </a:lnTo>
                  <a:lnTo>
                    <a:pt x="3632200" y="50800"/>
                  </a:lnTo>
                  <a:lnTo>
                    <a:pt x="3632200" y="25400"/>
                  </a:lnTo>
                  <a:close/>
                </a:path>
                <a:path w="8007350" h="76200">
                  <a:moveTo>
                    <a:pt x="3683000" y="25400"/>
                  </a:moveTo>
                  <a:lnTo>
                    <a:pt x="3657600" y="25400"/>
                  </a:lnTo>
                  <a:lnTo>
                    <a:pt x="3657600" y="50800"/>
                  </a:lnTo>
                  <a:lnTo>
                    <a:pt x="3683000" y="50800"/>
                  </a:lnTo>
                  <a:lnTo>
                    <a:pt x="3683000" y="25400"/>
                  </a:lnTo>
                  <a:close/>
                </a:path>
                <a:path w="8007350" h="76200">
                  <a:moveTo>
                    <a:pt x="3733800" y="25400"/>
                  </a:moveTo>
                  <a:lnTo>
                    <a:pt x="3708400" y="25400"/>
                  </a:lnTo>
                  <a:lnTo>
                    <a:pt x="3708400" y="50800"/>
                  </a:lnTo>
                  <a:lnTo>
                    <a:pt x="3733800" y="50800"/>
                  </a:lnTo>
                  <a:lnTo>
                    <a:pt x="3733800" y="25400"/>
                  </a:lnTo>
                  <a:close/>
                </a:path>
                <a:path w="8007350" h="76200">
                  <a:moveTo>
                    <a:pt x="3784600" y="25400"/>
                  </a:moveTo>
                  <a:lnTo>
                    <a:pt x="3759200" y="25400"/>
                  </a:lnTo>
                  <a:lnTo>
                    <a:pt x="3759200" y="50800"/>
                  </a:lnTo>
                  <a:lnTo>
                    <a:pt x="3784600" y="50800"/>
                  </a:lnTo>
                  <a:lnTo>
                    <a:pt x="3784600" y="25400"/>
                  </a:lnTo>
                  <a:close/>
                </a:path>
                <a:path w="8007350" h="76200">
                  <a:moveTo>
                    <a:pt x="3835400" y="25400"/>
                  </a:moveTo>
                  <a:lnTo>
                    <a:pt x="3810000" y="25400"/>
                  </a:lnTo>
                  <a:lnTo>
                    <a:pt x="3810000" y="50800"/>
                  </a:lnTo>
                  <a:lnTo>
                    <a:pt x="3835400" y="50800"/>
                  </a:lnTo>
                  <a:lnTo>
                    <a:pt x="3835400" y="25400"/>
                  </a:lnTo>
                  <a:close/>
                </a:path>
                <a:path w="8007350" h="76200">
                  <a:moveTo>
                    <a:pt x="3886200" y="25400"/>
                  </a:moveTo>
                  <a:lnTo>
                    <a:pt x="3860800" y="25400"/>
                  </a:lnTo>
                  <a:lnTo>
                    <a:pt x="386080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8007350" h="76200">
                  <a:moveTo>
                    <a:pt x="3937000" y="25400"/>
                  </a:moveTo>
                  <a:lnTo>
                    <a:pt x="3911600" y="25400"/>
                  </a:lnTo>
                  <a:lnTo>
                    <a:pt x="3911600" y="50800"/>
                  </a:lnTo>
                  <a:lnTo>
                    <a:pt x="3937000" y="50800"/>
                  </a:lnTo>
                  <a:lnTo>
                    <a:pt x="3937000" y="25400"/>
                  </a:lnTo>
                  <a:close/>
                </a:path>
                <a:path w="8007350" h="76200">
                  <a:moveTo>
                    <a:pt x="3987800" y="25400"/>
                  </a:moveTo>
                  <a:lnTo>
                    <a:pt x="3962400" y="25400"/>
                  </a:lnTo>
                  <a:lnTo>
                    <a:pt x="3962400" y="50800"/>
                  </a:lnTo>
                  <a:lnTo>
                    <a:pt x="3987800" y="50800"/>
                  </a:lnTo>
                  <a:lnTo>
                    <a:pt x="3987800" y="25400"/>
                  </a:lnTo>
                  <a:close/>
                </a:path>
                <a:path w="8007350" h="76200">
                  <a:moveTo>
                    <a:pt x="4038600" y="25400"/>
                  </a:moveTo>
                  <a:lnTo>
                    <a:pt x="4013200" y="25400"/>
                  </a:lnTo>
                  <a:lnTo>
                    <a:pt x="4013200" y="50800"/>
                  </a:lnTo>
                  <a:lnTo>
                    <a:pt x="4038600" y="50800"/>
                  </a:lnTo>
                  <a:lnTo>
                    <a:pt x="4038600" y="25400"/>
                  </a:lnTo>
                  <a:close/>
                </a:path>
                <a:path w="8007350" h="76200">
                  <a:moveTo>
                    <a:pt x="4089400" y="25400"/>
                  </a:moveTo>
                  <a:lnTo>
                    <a:pt x="4064000" y="25400"/>
                  </a:lnTo>
                  <a:lnTo>
                    <a:pt x="4064000" y="50800"/>
                  </a:lnTo>
                  <a:lnTo>
                    <a:pt x="4089400" y="50800"/>
                  </a:lnTo>
                  <a:lnTo>
                    <a:pt x="4089400" y="25400"/>
                  </a:lnTo>
                  <a:close/>
                </a:path>
                <a:path w="8007350" h="76200">
                  <a:moveTo>
                    <a:pt x="4140200" y="25400"/>
                  </a:moveTo>
                  <a:lnTo>
                    <a:pt x="4114800" y="25400"/>
                  </a:lnTo>
                  <a:lnTo>
                    <a:pt x="4114800" y="50800"/>
                  </a:lnTo>
                  <a:lnTo>
                    <a:pt x="4140200" y="50800"/>
                  </a:lnTo>
                  <a:lnTo>
                    <a:pt x="4140200" y="25400"/>
                  </a:lnTo>
                  <a:close/>
                </a:path>
                <a:path w="8007350" h="76200">
                  <a:moveTo>
                    <a:pt x="4191000" y="25400"/>
                  </a:moveTo>
                  <a:lnTo>
                    <a:pt x="4165600" y="25400"/>
                  </a:lnTo>
                  <a:lnTo>
                    <a:pt x="4165600" y="50800"/>
                  </a:lnTo>
                  <a:lnTo>
                    <a:pt x="4191000" y="50800"/>
                  </a:lnTo>
                  <a:lnTo>
                    <a:pt x="4191000" y="25400"/>
                  </a:lnTo>
                  <a:close/>
                </a:path>
                <a:path w="8007350" h="76200">
                  <a:moveTo>
                    <a:pt x="4241800" y="25400"/>
                  </a:moveTo>
                  <a:lnTo>
                    <a:pt x="4216400" y="25400"/>
                  </a:lnTo>
                  <a:lnTo>
                    <a:pt x="4216400" y="50800"/>
                  </a:lnTo>
                  <a:lnTo>
                    <a:pt x="4241800" y="50800"/>
                  </a:lnTo>
                  <a:lnTo>
                    <a:pt x="4241800" y="25400"/>
                  </a:lnTo>
                  <a:close/>
                </a:path>
                <a:path w="8007350" h="76200">
                  <a:moveTo>
                    <a:pt x="4292600" y="25400"/>
                  </a:moveTo>
                  <a:lnTo>
                    <a:pt x="4267200" y="25400"/>
                  </a:lnTo>
                  <a:lnTo>
                    <a:pt x="4267200" y="50800"/>
                  </a:lnTo>
                  <a:lnTo>
                    <a:pt x="4292600" y="50800"/>
                  </a:lnTo>
                  <a:lnTo>
                    <a:pt x="4292600" y="25400"/>
                  </a:lnTo>
                  <a:close/>
                </a:path>
                <a:path w="8007350" h="76200">
                  <a:moveTo>
                    <a:pt x="4343400" y="25400"/>
                  </a:moveTo>
                  <a:lnTo>
                    <a:pt x="4318000" y="25400"/>
                  </a:lnTo>
                  <a:lnTo>
                    <a:pt x="4318000" y="50800"/>
                  </a:lnTo>
                  <a:lnTo>
                    <a:pt x="4343400" y="50800"/>
                  </a:lnTo>
                  <a:lnTo>
                    <a:pt x="4343400" y="25400"/>
                  </a:lnTo>
                  <a:close/>
                </a:path>
                <a:path w="8007350" h="76200">
                  <a:moveTo>
                    <a:pt x="4394200" y="25400"/>
                  </a:moveTo>
                  <a:lnTo>
                    <a:pt x="4368800" y="25400"/>
                  </a:lnTo>
                  <a:lnTo>
                    <a:pt x="4368800" y="50800"/>
                  </a:lnTo>
                  <a:lnTo>
                    <a:pt x="4394200" y="50800"/>
                  </a:lnTo>
                  <a:lnTo>
                    <a:pt x="4394200" y="25400"/>
                  </a:lnTo>
                  <a:close/>
                </a:path>
                <a:path w="8007350" h="76200">
                  <a:moveTo>
                    <a:pt x="4445000" y="25400"/>
                  </a:moveTo>
                  <a:lnTo>
                    <a:pt x="4419600" y="25400"/>
                  </a:lnTo>
                  <a:lnTo>
                    <a:pt x="4419600" y="50800"/>
                  </a:lnTo>
                  <a:lnTo>
                    <a:pt x="4445000" y="50800"/>
                  </a:lnTo>
                  <a:lnTo>
                    <a:pt x="4445000" y="25400"/>
                  </a:lnTo>
                  <a:close/>
                </a:path>
                <a:path w="8007350" h="76200">
                  <a:moveTo>
                    <a:pt x="4495800" y="25400"/>
                  </a:moveTo>
                  <a:lnTo>
                    <a:pt x="4470400" y="25400"/>
                  </a:lnTo>
                  <a:lnTo>
                    <a:pt x="4470400" y="50800"/>
                  </a:lnTo>
                  <a:lnTo>
                    <a:pt x="4495800" y="50800"/>
                  </a:lnTo>
                  <a:lnTo>
                    <a:pt x="4495800" y="25400"/>
                  </a:lnTo>
                  <a:close/>
                </a:path>
                <a:path w="8007350" h="76200">
                  <a:moveTo>
                    <a:pt x="4546600" y="25400"/>
                  </a:moveTo>
                  <a:lnTo>
                    <a:pt x="4521200" y="25400"/>
                  </a:lnTo>
                  <a:lnTo>
                    <a:pt x="4521200" y="50800"/>
                  </a:lnTo>
                  <a:lnTo>
                    <a:pt x="4546600" y="50800"/>
                  </a:lnTo>
                  <a:lnTo>
                    <a:pt x="4546600" y="25400"/>
                  </a:lnTo>
                  <a:close/>
                </a:path>
                <a:path w="8007350" h="76200">
                  <a:moveTo>
                    <a:pt x="4597400" y="25400"/>
                  </a:moveTo>
                  <a:lnTo>
                    <a:pt x="4572000" y="25400"/>
                  </a:lnTo>
                  <a:lnTo>
                    <a:pt x="4572000" y="50800"/>
                  </a:lnTo>
                  <a:lnTo>
                    <a:pt x="4597400" y="50800"/>
                  </a:lnTo>
                  <a:lnTo>
                    <a:pt x="4597400" y="25400"/>
                  </a:lnTo>
                  <a:close/>
                </a:path>
                <a:path w="8007350" h="76200">
                  <a:moveTo>
                    <a:pt x="4648200" y="25400"/>
                  </a:moveTo>
                  <a:lnTo>
                    <a:pt x="4622800" y="25400"/>
                  </a:lnTo>
                  <a:lnTo>
                    <a:pt x="4622800" y="50800"/>
                  </a:lnTo>
                  <a:lnTo>
                    <a:pt x="4648200" y="50800"/>
                  </a:lnTo>
                  <a:lnTo>
                    <a:pt x="4648200" y="25400"/>
                  </a:lnTo>
                  <a:close/>
                </a:path>
                <a:path w="8007350" h="76200">
                  <a:moveTo>
                    <a:pt x="4699000" y="25400"/>
                  </a:moveTo>
                  <a:lnTo>
                    <a:pt x="4673600" y="25400"/>
                  </a:lnTo>
                  <a:lnTo>
                    <a:pt x="4673600" y="50800"/>
                  </a:lnTo>
                  <a:lnTo>
                    <a:pt x="4699000" y="50800"/>
                  </a:lnTo>
                  <a:lnTo>
                    <a:pt x="4699000" y="25400"/>
                  </a:lnTo>
                  <a:close/>
                </a:path>
                <a:path w="8007350" h="76200">
                  <a:moveTo>
                    <a:pt x="4749800" y="25400"/>
                  </a:moveTo>
                  <a:lnTo>
                    <a:pt x="4724400" y="25400"/>
                  </a:lnTo>
                  <a:lnTo>
                    <a:pt x="4724400" y="50800"/>
                  </a:lnTo>
                  <a:lnTo>
                    <a:pt x="4749800" y="50800"/>
                  </a:lnTo>
                  <a:lnTo>
                    <a:pt x="4749800" y="25400"/>
                  </a:lnTo>
                  <a:close/>
                </a:path>
                <a:path w="8007350" h="76200">
                  <a:moveTo>
                    <a:pt x="4800600" y="25400"/>
                  </a:moveTo>
                  <a:lnTo>
                    <a:pt x="4775200" y="25400"/>
                  </a:lnTo>
                  <a:lnTo>
                    <a:pt x="4775200" y="50800"/>
                  </a:lnTo>
                  <a:lnTo>
                    <a:pt x="4800600" y="50800"/>
                  </a:lnTo>
                  <a:lnTo>
                    <a:pt x="4800600" y="25400"/>
                  </a:lnTo>
                  <a:close/>
                </a:path>
                <a:path w="8007350" h="76200">
                  <a:moveTo>
                    <a:pt x="4851400" y="25400"/>
                  </a:moveTo>
                  <a:lnTo>
                    <a:pt x="4826000" y="25400"/>
                  </a:lnTo>
                  <a:lnTo>
                    <a:pt x="4826000" y="50800"/>
                  </a:lnTo>
                  <a:lnTo>
                    <a:pt x="4851400" y="50800"/>
                  </a:lnTo>
                  <a:lnTo>
                    <a:pt x="4851400" y="25400"/>
                  </a:lnTo>
                  <a:close/>
                </a:path>
                <a:path w="8007350" h="76200">
                  <a:moveTo>
                    <a:pt x="4902200" y="25400"/>
                  </a:moveTo>
                  <a:lnTo>
                    <a:pt x="4876800" y="25400"/>
                  </a:lnTo>
                  <a:lnTo>
                    <a:pt x="4876800" y="50800"/>
                  </a:lnTo>
                  <a:lnTo>
                    <a:pt x="4902200" y="50800"/>
                  </a:lnTo>
                  <a:lnTo>
                    <a:pt x="4902200" y="25400"/>
                  </a:lnTo>
                  <a:close/>
                </a:path>
                <a:path w="8007350" h="76200">
                  <a:moveTo>
                    <a:pt x="4953000" y="25400"/>
                  </a:moveTo>
                  <a:lnTo>
                    <a:pt x="4927600" y="25400"/>
                  </a:lnTo>
                  <a:lnTo>
                    <a:pt x="4927600" y="50800"/>
                  </a:lnTo>
                  <a:lnTo>
                    <a:pt x="4953000" y="50800"/>
                  </a:lnTo>
                  <a:lnTo>
                    <a:pt x="4953000" y="25400"/>
                  </a:lnTo>
                  <a:close/>
                </a:path>
                <a:path w="8007350" h="76200">
                  <a:moveTo>
                    <a:pt x="5003800" y="25400"/>
                  </a:moveTo>
                  <a:lnTo>
                    <a:pt x="4978400" y="25400"/>
                  </a:lnTo>
                  <a:lnTo>
                    <a:pt x="4978400" y="50800"/>
                  </a:lnTo>
                  <a:lnTo>
                    <a:pt x="5003800" y="50800"/>
                  </a:lnTo>
                  <a:lnTo>
                    <a:pt x="5003800" y="25400"/>
                  </a:lnTo>
                  <a:close/>
                </a:path>
                <a:path w="8007350" h="76200">
                  <a:moveTo>
                    <a:pt x="5054600" y="25400"/>
                  </a:moveTo>
                  <a:lnTo>
                    <a:pt x="5029200" y="25400"/>
                  </a:lnTo>
                  <a:lnTo>
                    <a:pt x="5029200" y="50800"/>
                  </a:lnTo>
                  <a:lnTo>
                    <a:pt x="5054600" y="50800"/>
                  </a:lnTo>
                  <a:lnTo>
                    <a:pt x="5054600" y="25400"/>
                  </a:lnTo>
                  <a:close/>
                </a:path>
                <a:path w="8007350" h="76200">
                  <a:moveTo>
                    <a:pt x="5105400" y="25400"/>
                  </a:moveTo>
                  <a:lnTo>
                    <a:pt x="5080000" y="25400"/>
                  </a:lnTo>
                  <a:lnTo>
                    <a:pt x="5080000" y="50800"/>
                  </a:lnTo>
                  <a:lnTo>
                    <a:pt x="5105400" y="50800"/>
                  </a:lnTo>
                  <a:lnTo>
                    <a:pt x="5105400" y="25400"/>
                  </a:lnTo>
                  <a:close/>
                </a:path>
                <a:path w="8007350" h="76200">
                  <a:moveTo>
                    <a:pt x="5156200" y="25400"/>
                  </a:moveTo>
                  <a:lnTo>
                    <a:pt x="5130800" y="25400"/>
                  </a:lnTo>
                  <a:lnTo>
                    <a:pt x="5130800" y="50800"/>
                  </a:lnTo>
                  <a:lnTo>
                    <a:pt x="5156200" y="50800"/>
                  </a:lnTo>
                  <a:lnTo>
                    <a:pt x="5156200" y="25400"/>
                  </a:lnTo>
                  <a:close/>
                </a:path>
                <a:path w="8007350" h="76200">
                  <a:moveTo>
                    <a:pt x="5207000" y="25400"/>
                  </a:moveTo>
                  <a:lnTo>
                    <a:pt x="5181600" y="25400"/>
                  </a:lnTo>
                  <a:lnTo>
                    <a:pt x="5181600" y="50800"/>
                  </a:lnTo>
                  <a:lnTo>
                    <a:pt x="5207000" y="50800"/>
                  </a:lnTo>
                  <a:lnTo>
                    <a:pt x="5207000" y="25400"/>
                  </a:lnTo>
                  <a:close/>
                </a:path>
                <a:path w="8007350" h="76200">
                  <a:moveTo>
                    <a:pt x="5257800" y="25400"/>
                  </a:moveTo>
                  <a:lnTo>
                    <a:pt x="5232400" y="25400"/>
                  </a:lnTo>
                  <a:lnTo>
                    <a:pt x="5232400" y="50800"/>
                  </a:lnTo>
                  <a:lnTo>
                    <a:pt x="5257800" y="50800"/>
                  </a:lnTo>
                  <a:lnTo>
                    <a:pt x="5257800" y="25400"/>
                  </a:lnTo>
                  <a:close/>
                </a:path>
                <a:path w="8007350" h="76200">
                  <a:moveTo>
                    <a:pt x="5308600" y="25400"/>
                  </a:moveTo>
                  <a:lnTo>
                    <a:pt x="5283200" y="25400"/>
                  </a:lnTo>
                  <a:lnTo>
                    <a:pt x="5283200" y="50800"/>
                  </a:lnTo>
                  <a:lnTo>
                    <a:pt x="5308600" y="50800"/>
                  </a:lnTo>
                  <a:lnTo>
                    <a:pt x="5308600" y="25400"/>
                  </a:lnTo>
                  <a:close/>
                </a:path>
                <a:path w="8007350" h="76200">
                  <a:moveTo>
                    <a:pt x="5359400" y="25400"/>
                  </a:moveTo>
                  <a:lnTo>
                    <a:pt x="5334000" y="25400"/>
                  </a:lnTo>
                  <a:lnTo>
                    <a:pt x="5334000" y="50800"/>
                  </a:lnTo>
                  <a:lnTo>
                    <a:pt x="5359400" y="50800"/>
                  </a:lnTo>
                  <a:lnTo>
                    <a:pt x="5359400" y="25400"/>
                  </a:lnTo>
                  <a:close/>
                </a:path>
                <a:path w="8007350" h="76200">
                  <a:moveTo>
                    <a:pt x="5410200" y="25400"/>
                  </a:moveTo>
                  <a:lnTo>
                    <a:pt x="5384800" y="25400"/>
                  </a:lnTo>
                  <a:lnTo>
                    <a:pt x="5384800" y="50800"/>
                  </a:lnTo>
                  <a:lnTo>
                    <a:pt x="5410200" y="50800"/>
                  </a:lnTo>
                  <a:lnTo>
                    <a:pt x="5410200" y="25400"/>
                  </a:lnTo>
                  <a:close/>
                </a:path>
                <a:path w="8007350" h="76200">
                  <a:moveTo>
                    <a:pt x="5461000" y="25400"/>
                  </a:moveTo>
                  <a:lnTo>
                    <a:pt x="5435600" y="25400"/>
                  </a:lnTo>
                  <a:lnTo>
                    <a:pt x="5435600" y="50800"/>
                  </a:lnTo>
                  <a:lnTo>
                    <a:pt x="5461000" y="50800"/>
                  </a:lnTo>
                  <a:lnTo>
                    <a:pt x="5461000" y="25400"/>
                  </a:lnTo>
                  <a:close/>
                </a:path>
                <a:path w="8007350" h="76200">
                  <a:moveTo>
                    <a:pt x="5511800" y="25400"/>
                  </a:moveTo>
                  <a:lnTo>
                    <a:pt x="5486400" y="25400"/>
                  </a:lnTo>
                  <a:lnTo>
                    <a:pt x="5486400" y="50800"/>
                  </a:lnTo>
                  <a:lnTo>
                    <a:pt x="5511800" y="50800"/>
                  </a:lnTo>
                  <a:lnTo>
                    <a:pt x="5511800" y="25400"/>
                  </a:lnTo>
                  <a:close/>
                </a:path>
                <a:path w="8007350" h="76200">
                  <a:moveTo>
                    <a:pt x="5562600" y="25400"/>
                  </a:moveTo>
                  <a:lnTo>
                    <a:pt x="5537200" y="25400"/>
                  </a:lnTo>
                  <a:lnTo>
                    <a:pt x="5537200" y="50800"/>
                  </a:lnTo>
                  <a:lnTo>
                    <a:pt x="5562600" y="50800"/>
                  </a:lnTo>
                  <a:lnTo>
                    <a:pt x="5562600" y="25400"/>
                  </a:lnTo>
                  <a:close/>
                </a:path>
                <a:path w="8007350" h="76200">
                  <a:moveTo>
                    <a:pt x="5613400" y="25400"/>
                  </a:moveTo>
                  <a:lnTo>
                    <a:pt x="5588000" y="25400"/>
                  </a:lnTo>
                  <a:lnTo>
                    <a:pt x="5588000" y="50800"/>
                  </a:lnTo>
                  <a:lnTo>
                    <a:pt x="5613400" y="50800"/>
                  </a:lnTo>
                  <a:lnTo>
                    <a:pt x="5613400" y="25400"/>
                  </a:lnTo>
                  <a:close/>
                </a:path>
                <a:path w="8007350" h="76200">
                  <a:moveTo>
                    <a:pt x="5664200" y="25400"/>
                  </a:moveTo>
                  <a:lnTo>
                    <a:pt x="5638800" y="25400"/>
                  </a:lnTo>
                  <a:lnTo>
                    <a:pt x="5638800" y="50800"/>
                  </a:lnTo>
                  <a:lnTo>
                    <a:pt x="5664200" y="50800"/>
                  </a:lnTo>
                  <a:lnTo>
                    <a:pt x="5664200" y="25400"/>
                  </a:lnTo>
                  <a:close/>
                </a:path>
                <a:path w="8007350" h="76200">
                  <a:moveTo>
                    <a:pt x="5715000" y="25400"/>
                  </a:moveTo>
                  <a:lnTo>
                    <a:pt x="5689600" y="25400"/>
                  </a:lnTo>
                  <a:lnTo>
                    <a:pt x="5689600" y="50800"/>
                  </a:lnTo>
                  <a:lnTo>
                    <a:pt x="5715000" y="50800"/>
                  </a:lnTo>
                  <a:lnTo>
                    <a:pt x="5715000" y="25400"/>
                  </a:lnTo>
                  <a:close/>
                </a:path>
                <a:path w="8007350" h="76200">
                  <a:moveTo>
                    <a:pt x="5765800" y="25400"/>
                  </a:moveTo>
                  <a:lnTo>
                    <a:pt x="5740400" y="25400"/>
                  </a:lnTo>
                  <a:lnTo>
                    <a:pt x="5740400" y="50800"/>
                  </a:lnTo>
                  <a:lnTo>
                    <a:pt x="5765800" y="50800"/>
                  </a:lnTo>
                  <a:lnTo>
                    <a:pt x="5765800" y="25400"/>
                  </a:lnTo>
                  <a:close/>
                </a:path>
                <a:path w="8007350" h="76200">
                  <a:moveTo>
                    <a:pt x="5816600" y="25400"/>
                  </a:moveTo>
                  <a:lnTo>
                    <a:pt x="5791200" y="25400"/>
                  </a:lnTo>
                  <a:lnTo>
                    <a:pt x="5791200" y="50800"/>
                  </a:lnTo>
                  <a:lnTo>
                    <a:pt x="5816600" y="50800"/>
                  </a:lnTo>
                  <a:lnTo>
                    <a:pt x="5816600" y="25400"/>
                  </a:lnTo>
                  <a:close/>
                </a:path>
                <a:path w="8007350" h="76200">
                  <a:moveTo>
                    <a:pt x="5867400" y="25400"/>
                  </a:moveTo>
                  <a:lnTo>
                    <a:pt x="5842000" y="25400"/>
                  </a:lnTo>
                  <a:lnTo>
                    <a:pt x="5842000" y="50800"/>
                  </a:lnTo>
                  <a:lnTo>
                    <a:pt x="5867400" y="50800"/>
                  </a:lnTo>
                  <a:lnTo>
                    <a:pt x="5867400" y="25400"/>
                  </a:lnTo>
                  <a:close/>
                </a:path>
                <a:path w="8007350" h="76200">
                  <a:moveTo>
                    <a:pt x="5918200" y="25400"/>
                  </a:moveTo>
                  <a:lnTo>
                    <a:pt x="5892800" y="25400"/>
                  </a:lnTo>
                  <a:lnTo>
                    <a:pt x="5892800" y="50800"/>
                  </a:lnTo>
                  <a:lnTo>
                    <a:pt x="5918200" y="50800"/>
                  </a:lnTo>
                  <a:lnTo>
                    <a:pt x="5918200" y="25400"/>
                  </a:lnTo>
                  <a:close/>
                </a:path>
                <a:path w="8007350" h="76200">
                  <a:moveTo>
                    <a:pt x="5969000" y="25400"/>
                  </a:moveTo>
                  <a:lnTo>
                    <a:pt x="5943600" y="25400"/>
                  </a:lnTo>
                  <a:lnTo>
                    <a:pt x="5943600" y="50800"/>
                  </a:lnTo>
                  <a:lnTo>
                    <a:pt x="5969000" y="50800"/>
                  </a:lnTo>
                  <a:lnTo>
                    <a:pt x="5969000" y="25400"/>
                  </a:lnTo>
                  <a:close/>
                </a:path>
                <a:path w="8007350" h="76200">
                  <a:moveTo>
                    <a:pt x="6019800" y="25400"/>
                  </a:moveTo>
                  <a:lnTo>
                    <a:pt x="5994400" y="25400"/>
                  </a:lnTo>
                  <a:lnTo>
                    <a:pt x="5994400" y="50800"/>
                  </a:lnTo>
                  <a:lnTo>
                    <a:pt x="6019800" y="50800"/>
                  </a:lnTo>
                  <a:lnTo>
                    <a:pt x="6019800" y="25400"/>
                  </a:lnTo>
                  <a:close/>
                </a:path>
                <a:path w="8007350" h="76200">
                  <a:moveTo>
                    <a:pt x="6070600" y="25400"/>
                  </a:moveTo>
                  <a:lnTo>
                    <a:pt x="6045200" y="25400"/>
                  </a:lnTo>
                  <a:lnTo>
                    <a:pt x="6045200" y="50800"/>
                  </a:lnTo>
                  <a:lnTo>
                    <a:pt x="6070600" y="50800"/>
                  </a:lnTo>
                  <a:lnTo>
                    <a:pt x="6070600" y="25400"/>
                  </a:lnTo>
                  <a:close/>
                </a:path>
                <a:path w="8007350" h="76200">
                  <a:moveTo>
                    <a:pt x="6121400" y="25400"/>
                  </a:moveTo>
                  <a:lnTo>
                    <a:pt x="6096000" y="25400"/>
                  </a:lnTo>
                  <a:lnTo>
                    <a:pt x="6096000" y="50800"/>
                  </a:lnTo>
                  <a:lnTo>
                    <a:pt x="6121400" y="50800"/>
                  </a:lnTo>
                  <a:lnTo>
                    <a:pt x="6121400" y="25400"/>
                  </a:lnTo>
                  <a:close/>
                </a:path>
                <a:path w="8007350" h="76200">
                  <a:moveTo>
                    <a:pt x="6172200" y="25400"/>
                  </a:moveTo>
                  <a:lnTo>
                    <a:pt x="6146800" y="25400"/>
                  </a:lnTo>
                  <a:lnTo>
                    <a:pt x="6146800" y="50800"/>
                  </a:lnTo>
                  <a:lnTo>
                    <a:pt x="6172200" y="50800"/>
                  </a:lnTo>
                  <a:lnTo>
                    <a:pt x="6172200" y="25400"/>
                  </a:lnTo>
                  <a:close/>
                </a:path>
                <a:path w="8007350" h="76200">
                  <a:moveTo>
                    <a:pt x="6223000" y="25400"/>
                  </a:moveTo>
                  <a:lnTo>
                    <a:pt x="6197600" y="25400"/>
                  </a:lnTo>
                  <a:lnTo>
                    <a:pt x="6197600" y="50800"/>
                  </a:lnTo>
                  <a:lnTo>
                    <a:pt x="6223000" y="50800"/>
                  </a:lnTo>
                  <a:lnTo>
                    <a:pt x="6223000" y="25400"/>
                  </a:lnTo>
                  <a:close/>
                </a:path>
                <a:path w="8007350" h="76200">
                  <a:moveTo>
                    <a:pt x="6273800" y="25400"/>
                  </a:moveTo>
                  <a:lnTo>
                    <a:pt x="6248400" y="25400"/>
                  </a:lnTo>
                  <a:lnTo>
                    <a:pt x="6248400" y="50800"/>
                  </a:lnTo>
                  <a:lnTo>
                    <a:pt x="6273800" y="50800"/>
                  </a:lnTo>
                  <a:lnTo>
                    <a:pt x="6273800" y="25400"/>
                  </a:lnTo>
                  <a:close/>
                </a:path>
                <a:path w="8007350" h="76200">
                  <a:moveTo>
                    <a:pt x="6324600" y="25400"/>
                  </a:moveTo>
                  <a:lnTo>
                    <a:pt x="6299200" y="25400"/>
                  </a:lnTo>
                  <a:lnTo>
                    <a:pt x="6299200" y="50800"/>
                  </a:lnTo>
                  <a:lnTo>
                    <a:pt x="6324600" y="50800"/>
                  </a:lnTo>
                  <a:lnTo>
                    <a:pt x="6324600" y="25400"/>
                  </a:lnTo>
                  <a:close/>
                </a:path>
                <a:path w="8007350" h="76200">
                  <a:moveTo>
                    <a:pt x="6375400" y="25400"/>
                  </a:moveTo>
                  <a:lnTo>
                    <a:pt x="6350000" y="25400"/>
                  </a:lnTo>
                  <a:lnTo>
                    <a:pt x="6350000" y="50800"/>
                  </a:lnTo>
                  <a:lnTo>
                    <a:pt x="6375400" y="50800"/>
                  </a:lnTo>
                  <a:lnTo>
                    <a:pt x="6375400" y="25400"/>
                  </a:lnTo>
                  <a:close/>
                </a:path>
                <a:path w="8007350" h="76200">
                  <a:moveTo>
                    <a:pt x="6426200" y="25400"/>
                  </a:moveTo>
                  <a:lnTo>
                    <a:pt x="6400800" y="25400"/>
                  </a:lnTo>
                  <a:lnTo>
                    <a:pt x="6400800" y="50800"/>
                  </a:lnTo>
                  <a:lnTo>
                    <a:pt x="6426200" y="50800"/>
                  </a:lnTo>
                  <a:lnTo>
                    <a:pt x="6426200" y="25400"/>
                  </a:lnTo>
                  <a:close/>
                </a:path>
                <a:path w="8007350" h="76200">
                  <a:moveTo>
                    <a:pt x="6477000" y="25400"/>
                  </a:moveTo>
                  <a:lnTo>
                    <a:pt x="6451600" y="25400"/>
                  </a:lnTo>
                  <a:lnTo>
                    <a:pt x="6451600" y="50800"/>
                  </a:lnTo>
                  <a:lnTo>
                    <a:pt x="6477000" y="50800"/>
                  </a:lnTo>
                  <a:lnTo>
                    <a:pt x="6477000" y="25400"/>
                  </a:lnTo>
                  <a:close/>
                </a:path>
                <a:path w="8007350" h="76200">
                  <a:moveTo>
                    <a:pt x="6527800" y="25400"/>
                  </a:moveTo>
                  <a:lnTo>
                    <a:pt x="6502400" y="25400"/>
                  </a:lnTo>
                  <a:lnTo>
                    <a:pt x="6502400" y="50800"/>
                  </a:lnTo>
                  <a:lnTo>
                    <a:pt x="6527800" y="50800"/>
                  </a:lnTo>
                  <a:lnTo>
                    <a:pt x="6527800" y="25400"/>
                  </a:lnTo>
                  <a:close/>
                </a:path>
                <a:path w="8007350" h="76200">
                  <a:moveTo>
                    <a:pt x="6578600" y="25400"/>
                  </a:moveTo>
                  <a:lnTo>
                    <a:pt x="6553200" y="25400"/>
                  </a:lnTo>
                  <a:lnTo>
                    <a:pt x="6553200" y="50800"/>
                  </a:lnTo>
                  <a:lnTo>
                    <a:pt x="6578600" y="50800"/>
                  </a:lnTo>
                  <a:lnTo>
                    <a:pt x="6578600" y="25400"/>
                  </a:lnTo>
                  <a:close/>
                </a:path>
                <a:path w="8007350" h="76200">
                  <a:moveTo>
                    <a:pt x="6629400" y="25400"/>
                  </a:moveTo>
                  <a:lnTo>
                    <a:pt x="6604000" y="25400"/>
                  </a:lnTo>
                  <a:lnTo>
                    <a:pt x="6604000" y="50800"/>
                  </a:lnTo>
                  <a:lnTo>
                    <a:pt x="6629400" y="50800"/>
                  </a:lnTo>
                  <a:lnTo>
                    <a:pt x="6629400" y="25400"/>
                  </a:lnTo>
                  <a:close/>
                </a:path>
                <a:path w="8007350" h="76200">
                  <a:moveTo>
                    <a:pt x="6680200" y="25400"/>
                  </a:moveTo>
                  <a:lnTo>
                    <a:pt x="6654800" y="25400"/>
                  </a:lnTo>
                  <a:lnTo>
                    <a:pt x="6654800" y="50800"/>
                  </a:lnTo>
                  <a:lnTo>
                    <a:pt x="6680200" y="50800"/>
                  </a:lnTo>
                  <a:lnTo>
                    <a:pt x="6680200" y="25400"/>
                  </a:lnTo>
                  <a:close/>
                </a:path>
                <a:path w="8007350" h="76200">
                  <a:moveTo>
                    <a:pt x="6731000" y="25400"/>
                  </a:moveTo>
                  <a:lnTo>
                    <a:pt x="6705600" y="25400"/>
                  </a:lnTo>
                  <a:lnTo>
                    <a:pt x="6705600" y="50800"/>
                  </a:lnTo>
                  <a:lnTo>
                    <a:pt x="6731000" y="50800"/>
                  </a:lnTo>
                  <a:lnTo>
                    <a:pt x="6731000" y="25400"/>
                  </a:lnTo>
                  <a:close/>
                </a:path>
                <a:path w="8007350" h="76200">
                  <a:moveTo>
                    <a:pt x="6781800" y="25400"/>
                  </a:moveTo>
                  <a:lnTo>
                    <a:pt x="6756400" y="25400"/>
                  </a:lnTo>
                  <a:lnTo>
                    <a:pt x="6756400" y="50800"/>
                  </a:lnTo>
                  <a:lnTo>
                    <a:pt x="6781800" y="50800"/>
                  </a:lnTo>
                  <a:lnTo>
                    <a:pt x="6781800" y="25400"/>
                  </a:lnTo>
                  <a:close/>
                </a:path>
                <a:path w="8007350" h="76200">
                  <a:moveTo>
                    <a:pt x="6832600" y="25400"/>
                  </a:moveTo>
                  <a:lnTo>
                    <a:pt x="6807200" y="25400"/>
                  </a:lnTo>
                  <a:lnTo>
                    <a:pt x="6807200" y="50800"/>
                  </a:lnTo>
                  <a:lnTo>
                    <a:pt x="6832600" y="50800"/>
                  </a:lnTo>
                  <a:lnTo>
                    <a:pt x="6832600" y="25400"/>
                  </a:lnTo>
                  <a:close/>
                </a:path>
                <a:path w="8007350" h="76200">
                  <a:moveTo>
                    <a:pt x="6883400" y="25400"/>
                  </a:moveTo>
                  <a:lnTo>
                    <a:pt x="6858000" y="25400"/>
                  </a:lnTo>
                  <a:lnTo>
                    <a:pt x="6858000" y="50800"/>
                  </a:lnTo>
                  <a:lnTo>
                    <a:pt x="6883400" y="50800"/>
                  </a:lnTo>
                  <a:lnTo>
                    <a:pt x="6883400" y="25400"/>
                  </a:lnTo>
                  <a:close/>
                </a:path>
                <a:path w="8007350" h="76200">
                  <a:moveTo>
                    <a:pt x="6934200" y="25400"/>
                  </a:moveTo>
                  <a:lnTo>
                    <a:pt x="6908800" y="25400"/>
                  </a:lnTo>
                  <a:lnTo>
                    <a:pt x="6908800" y="50800"/>
                  </a:lnTo>
                  <a:lnTo>
                    <a:pt x="6934200" y="50800"/>
                  </a:lnTo>
                  <a:lnTo>
                    <a:pt x="6934200" y="25400"/>
                  </a:lnTo>
                  <a:close/>
                </a:path>
                <a:path w="8007350" h="76200">
                  <a:moveTo>
                    <a:pt x="6985000" y="25400"/>
                  </a:moveTo>
                  <a:lnTo>
                    <a:pt x="6959600" y="25400"/>
                  </a:lnTo>
                  <a:lnTo>
                    <a:pt x="6959600" y="50800"/>
                  </a:lnTo>
                  <a:lnTo>
                    <a:pt x="6985000" y="50800"/>
                  </a:lnTo>
                  <a:lnTo>
                    <a:pt x="6985000" y="25400"/>
                  </a:lnTo>
                  <a:close/>
                </a:path>
                <a:path w="8007350" h="76200">
                  <a:moveTo>
                    <a:pt x="7035800" y="25400"/>
                  </a:moveTo>
                  <a:lnTo>
                    <a:pt x="7010400" y="25400"/>
                  </a:lnTo>
                  <a:lnTo>
                    <a:pt x="7010400" y="50800"/>
                  </a:lnTo>
                  <a:lnTo>
                    <a:pt x="7035800" y="50800"/>
                  </a:lnTo>
                  <a:lnTo>
                    <a:pt x="7035800" y="25400"/>
                  </a:lnTo>
                  <a:close/>
                </a:path>
                <a:path w="8007350" h="76200">
                  <a:moveTo>
                    <a:pt x="7086600" y="25400"/>
                  </a:moveTo>
                  <a:lnTo>
                    <a:pt x="7061200" y="25400"/>
                  </a:lnTo>
                  <a:lnTo>
                    <a:pt x="7061200" y="50800"/>
                  </a:lnTo>
                  <a:lnTo>
                    <a:pt x="7086600" y="50800"/>
                  </a:lnTo>
                  <a:lnTo>
                    <a:pt x="7086600" y="25400"/>
                  </a:lnTo>
                  <a:close/>
                </a:path>
                <a:path w="8007350" h="76200">
                  <a:moveTo>
                    <a:pt x="7137400" y="25400"/>
                  </a:moveTo>
                  <a:lnTo>
                    <a:pt x="7112000" y="25400"/>
                  </a:lnTo>
                  <a:lnTo>
                    <a:pt x="7112000" y="50800"/>
                  </a:lnTo>
                  <a:lnTo>
                    <a:pt x="7137400" y="50800"/>
                  </a:lnTo>
                  <a:lnTo>
                    <a:pt x="7137400" y="25400"/>
                  </a:lnTo>
                  <a:close/>
                </a:path>
                <a:path w="8007350" h="76200">
                  <a:moveTo>
                    <a:pt x="7188200" y="25400"/>
                  </a:moveTo>
                  <a:lnTo>
                    <a:pt x="7162800" y="25400"/>
                  </a:lnTo>
                  <a:lnTo>
                    <a:pt x="7162800" y="50800"/>
                  </a:lnTo>
                  <a:lnTo>
                    <a:pt x="7188200" y="50800"/>
                  </a:lnTo>
                  <a:lnTo>
                    <a:pt x="7188200" y="25400"/>
                  </a:lnTo>
                  <a:close/>
                </a:path>
                <a:path w="8007350" h="76200">
                  <a:moveTo>
                    <a:pt x="7239000" y="25400"/>
                  </a:moveTo>
                  <a:lnTo>
                    <a:pt x="7213600" y="25400"/>
                  </a:lnTo>
                  <a:lnTo>
                    <a:pt x="7213600" y="50800"/>
                  </a:lnTo>
                  <a:lnTo>
                    <a:pt x="7239000" y="50800"/>
                  </a:lnTo>
                  <a:lnTo>
                    <a:pt x="7239000" y="25400"/>
                  </a:lnTo>
                  <a:close/>
                </a:path>
                <a:path w="8007350" h="76200">
                  <a:moveTo>
                    <a:pt x="7289800" y="25400"/>
                  </a:moveTo>
                  <a:lnTo>
                    <a:pt x="7264400" y="25400"/>
                  </a:lnTo>
                  <a:lnTo>
                    <a:pt x="7264400" y="50800"/>
                  </a:lnTo>
                  <a:lnTo>
                    <a:pt x="7289800" y="50800"/>
                  </a:lnTo>
                  <a:lnTo>
                    <a:pt x="7289800" y="25400"/>
                  </a:lnTo>
                  <a:close/>
                </a:path>
                <a:path w="8007350" h="76200">
                  <a:moveTo>
                    <a:pt x="7340600" y="25400"/>
                  </a:moveTo>
                  <a:lnTo>
                    <a:pt x="7315200" y="25400"/>
                  </a:lnTo>
                  <a:lnTo>
                    <a:pt x="7315200" y="50800"/>
                  </a:lnTo>
                  <a:lnTo>
                    <a:pt x="7340600" y="50800"/>
                  </a:lnTo>
                  <a:lnTo>
                    <a:pt x="7340600" y="25400"/>
                  </a:lnTo>
                  <a:close/>
                </a:path>
                <a:path w="8007350" h="76200">
                  <a:moveTo>
                    <a:pt x="7391400" y="25400"/>
                  </a:moveTo>
                  <a:lnTo>
                    <a:pt x="7366000" y="25400"/>
                  </a:lnTo>
                  <a:lnTo>
                    <a:pt x="7366000" y="50800"/>
                  </a:lnTo>
                  <a:lnTo>
                    <a:pt x="7391400" y="50800"/>
                  </a:lnTo>
                  <a:lnTo>
                    <a:pt x="7391400" y="25400"/>
                  </a:lnTo>
                  <a:close/>
                </a:path>
                <a:path w="8007350" h="76200">
                  <a:moveTo>
                    <a:pt x="7442200" y="25400"/>
                  </a:moveTo>
                  <a:lnTo>
                    <a:pt x="7416800" y="25400"/>
                  </a:lnTo>
                  <a:lnTo>
                    <a:pt x="7416800" y="50800"/>
                  </a:lnTo>
                  <a:lnTo>
                    <a:pt x="7442200" y="50800"/>
                  </a:lnTo>
                  <a:lnTo>
                    <a:pt x="7442200" y="25400"/>
                  </a:lnTo>
                  <a:close/>
                </a:path>
                <a:path w="8007350" h="76200">
                  <a:moveTo>
                    <a:pt x="7493000" y="25400"/>
                  </a:moveTo>
                  <a:lnTo>
                    <a:pt x="7467600" y="25400"/>
                  </a:lnTo>
                  <a:lnTo>
                    <a:pt x="7467600" y="50800"/>
                  </a:lnTo>
                  <a:lnTo>
                    <a:pt x="7493000" y="50800"/>
                  </a:lnTo>
                  <a:lnTo>
                    <a:pt x="7493000" y="25400"/>
                  </a:lnTo>
                  <a:close/>
                </a:path>
                <a:path w="8007350" h="76200">
                  <a:moveTo>
                    <a:pt x="7543800" y="25400"/>
                  </a:moveTo>
                  <a:lnTo>
                    <a:pt x="7518400" y="25400"/>
                  </a:lnTo>
                  <a:lnTo>
                    <a:pt x="7518400" y="50800"/>
                  </a:lnTo>
                  <a:lnTo>
                    <a:pt x="7543800" y="50800"/>
                  </a:lnTo>
                  <a:lnTo>
                    <a:pt x="7543800" y="25400"/>
                  </a:lnTo>
                  <a:close/>
                </a:path>
                <a:path w="8007350" h="76200">
                  <a:moveTo>
                    <a:pt x="7594600" y="25400"/>
                  </a:moveTo>
                  <a:lnTo>
                    <a:pt x="7569200" y="25400"/>
                  </a:lnTo>
                  <a:lnTo>
                    <a:pt x="7569200" y="50800"/>
                  </a:lnTo>
                  <a:lnTo>
                    <a:pt x="7594600" y="50800"/>
                  </a:lnTo>
                  <a:lnTo>
                    <a:pt x="7594600" y="25400"/>
                  </a:lnTo>
                  <a:close/>
                </a:path>
                <a:path w="8007350" h="76200">
                  <a:moveTo>
                    <a:pt x="7645400" y="25400"/>
                  </a:moveTo>
                  <a:lnTo>
                    <a:pt x="7620000" y="25400"/>
                  </a:lnTo>
                  <a:lnTo>
                    <a:pt x="7620000" y="50800"/>
                  </a:lnTo>
                  <a:lnTo>
                    <a:pt x="7645400" y="50800"/>
                  </a:lnTo>
                  <a:lnTo>
                    <a:pt x="7645400" y="25400"/>
                  </a:lnTo>
                  <a:close/>
                </a:path>
                <a:path w="8007350" h="76200">
                  <a:moveTo>
                    <a:pt x="7696200" y="25400"/>
                  </a:moveTo>
                  <a:lnTo>
                    <a:pt x="7670800" y="25400"/>
                  </a:lnTo>
                  <a:lnTo>
                    <a:pt x="7670800" y="50800"/>
                  </a:lnTo>
                  <a:lnTo>
                    <a:pt x="7696200" y="50800"/>
                  </a:lnTo>
                  <a:lnTo>
                    <a:pt x="7696200" y="25400"/>
                  </a:lnTo>
                  <a:close/>
                </a:path>
                <a:path w="8007350" h="76200">
                  <a:moveTo>
                    <a:pt x="7747000" y="25400"/>
                  </a:moveTo>
                  <a:lnTo>
                    <a:pt x="7721600" y="25400"/>
                  </a:lnTo>
                  <a:lnTo>
                    <a:pt x="7721600" y="50800"/>
                  </a:lnTo>
                  <a:lnTo>
                    <a:pt x="7747000" y="50800"/>
                  </a:lnTo>
                  <a:lnTo>
                    <a:pt x="7747000" y="25400"/>
                  </a:lnTo>
                  <a:close/>
                </a:path>
                <a:path w="8007350" h="76200">
                  <a:moveTo>
                    <a:pt x="7797800" y="25400"/>
                  </a:moveTo>
                  <a:lnTo>
                    <a:pt x="7772400" y="25400"/>
                  </a:lnTo>
                  <a:lnTo>
                    <a:pt x="7772400" y="50800"/>
                  </a:lnTo>
                  <a:lnTo>
                    <a:pt x="7797800" y="50800"/>
                  </a:lnTo>
                  <a:lnTo>
                    <a:pt x="7797800" y="25400"/>
                  </a:lnTo>
                  <a:close/>
                </a:path>
                <a:path w="8007350" h="76200">
                  <a:moveTo>
                    <a:pt x="7848600" y="25400"/>
                  </a:moveTo>
                  <a:lnTo>
                    <a:pt x="7823200" y="25400"/>
                  </a:lnTo>
                  <a:lnTo>
                    <a:pt x="7823200" y="50800"/>
                  </a:lnTo>
                  <a:lnTo>
                    <a:pt x="7848600" y="50800"/>
                  </a:lnTo>
                  <a:lnTo>
                    <a:pt x="7848600" y="25400"/>
                  </a:lnTo>
                  <a:close/>
                </a:path>
                <a:path w="8007350" h="76200">
                  <a:moveTo>
                    <a:pt x="7899400" y="25400"/>
                  </a:moveTo>
                  <a:lnTo>
                    <a:pt x="7874000" y="25400"/>
                  </a:lnTo>
                  <a:lnTo>
                    <a:pt x="7874000" y="50800"/>
                  </a:lnTo>
                  <a:lnTo>
                    <a:pt x="7899400" y="50800"/>
                  </a:lnTo>
                  <a:lnTo>
                    <a:pt x="7899400" y="25400"/>
                  </a:lnTo>
                  <a:close/>
                </a:path>
                <a:path w="8007350" h="76200">
                  <a:moveTo>
                    <a:pt x="7968995" y="0"/>
                  </a:moveTo>
                  <a:lnTo>
                    <a:pt x="7954148" y="2988"/>
                  </a:lnTo>
                  <a:lnTo>
                    <a:pt x="7942040" y="11144"/>
                  </a:lnTo>
                  <a:lnTo>
                    <a:pt x="7933884" y="23252"/>
                  </a:lnTo>
                  <a:lnTo>
                    <a:pt x="7930895" y="38100"/>
                  </a:lnTo>
                  <a:lnTo>
                    <a:pt x="7933884" y="52947"/>
                  </a:lnTo>
                  <a:lnTo>
                    <a:pt x="7942040" y="65055"/>
                  </a:lnTo>
                  <a:lnTo>
                    <a:pt x="7954148" y="73211"/>
                  </a:lnTo>
                  <a:lnTo>
                    <a:pt x="7968995" y="76200"/>
                  </a:lnTo>
                  <a:lnTo>
                    <a:pt x="7983843" y="73211"/>
                  </a:lnTo>
                  <a:lnTo>
                    <a:pt x="7995951" y="65055"/>
                  </a:lnTo>
                  <a:lnTo>
                    <a:pt x="8004107" y="52947"/>
                  </a:lnTo>
                  <a:lnTo>
                    <a:pt x="8004539" y="50800"/>
                  </a:lnTo>
                  <a:lnTo>
                    <a:pt x="7950200" y="50800"/>
                  </a:lnTo>
                  <a:lnTo>
                    <a:pt x="7950200" y="25400"/>
                  </a:lnTo>
                  <a:lnTo>
                    <a:pt x="8004539" y="25400"/>
                  </a:lnTo>
                  <a:lnTo>
                    <a:pt x="8004107" y="23252"/>
                  </a:lnTo>
                  <a:lnTo>
                    <a:pt x="7995951" y="11144"/>
                  </a:lnTo>
                  <a:lnTo>
                    <a:pt x="7983843" y="2988"/>
                  </a:lnTo>
                  <a:lnTo>
                    <a:pt x="7968995" y="0"/>
                  </a:lnTo>
                  <a:close/>
                </a:path>
                <a:path w="8007350" h="76200">
                  <a:moveTo>
                    <a:pt x="7933452" y="25400"/>
                  </a:moveTo>
                  <a:lnTo>
                    <a:pt x="7924800" y="25400"/>
                  </a:lnTo>
                  <a:lnTo>
                    <a:pt x="7924800" y="50800"/>
                  </a:lnTo>
                  <a:lnTo>
                    <a:pt x="7933452" y="50800"/>
                  </a:lnTo>
                  <a:lnTo>
                    <a:pt x="7930895" y="38100"/>
                  </a:lnTo>
                  <a:lnTo>
                    <a:pt x="7933452" y="25400"/>
                  </a:lnTo>
                  <a:close/>
                </a:path>
                <a:path w="8007350" h="76200">
                  <a:moveTo>
                    <a:pt x="8004539" y="25400"/>
                  </a:moveTo>
                  <a:lnTo>
                    <a:pt x="7950200" y="25400"/>
                  </a:lnTo>
                  <a:lnTo>
                    <a:pt x="7950200" y="50800"/>
                  </a:lnTo>
                  <a:lnTo>
                    <a:pt x="8004539" y="50800"/>
                  </a:lnTo>
                  <a:lnTo>
                    <a:pt x="8007095" y="38100"/>
                  </a:lnTo>
                  <a:lnTo>
                    <a:pt x="8004539" y="2540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573" y="3382264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4">
                  <a:moveTo>
                    <a:pt x="159753" y="0"/>
                  </a:moveTo>
                  <a:lnTo>
                    <a:pt x="0" y="159638"/>
                  </a:lnTo>
                  <a:lnTo>
                    <a:pt x="159753" y="319405"/>
                  </a:lnTo>
                  <a:lnTo>
                    <a:pt x="1597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0326" y="3382264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4">
                  <a:moveTo>
                    <a:pt x="0" y="0"/>
                  </a:moveTo>
                  <a:lnTo>
                    <a:pt x="0" y="319405"/>
                  </a:lnTo>
                  <a:lnTo>
                    <a:pt x="159753" y="159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70573" y="4286630"/>
            <a:ext cx="8355330" cy="319405"/>
            <a:chOff x="370573" y="4286630"/>
            <a:chExt cx="8355330" cy="319405"/>
          </a:xfrm>
        </p:grpSpPr>
        <p:sp>
          <p:nvSpPr>
            <p:cNvPr id="19" name="object 19"/>
            <p:cNvSpPr/>
            <p:nvPr/>
          </p:nvSpPr>
          <p:spPr>
            <a:xfrm>
              <a:off x="718565" y="4427981"/>
              <a:ext cx="8007350" cy="76200"/>
            </a:xfrm>
            <a:custGeom>
              <a:avLst/>
              <a:gdLst/>
              <a:ahLst/>
              <a:cxnLst/>
              <a:rect l="l" t="t" r="r" b="b"/>
              <a:pathLst>
                <a:path w="8007350" h="76200">
                  <a:moveTo>
                    <a:pt x="254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5400" y="50800"/>
                  </a:lnTo>
                  <a:lnTo>
                    <a:pt x="25400" y="25400"/>
                  </a:lnTo>
                  <a:close/>
                </a:path>
                <a:path w="8007350" h="76200">
                  <a:moveTo>
                    <a:pt x="76200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8007350" h="76200">
                  <a:moveTo>
                    <a:pt x="127000" y="25400"/>
                  </a:moveTo>
                  <a:lnTo>
                    <a:pt x="101600" y="25400"/>
                  </a:lnTo>
                  <a:lnTo>
                    <a:pt x="101600" y="50800"/>
                  </a:lnTo>
                  <a:lnTo>
                    <a:pt x="127000" y="50800"/>
                  </a:lnTo>
                  <a:lnTo>
                    <a:pt x="127000" y="25400"/>
                  </a:lnTo>
                  <a:close/>
                </a:path>
                <a:path w="8007350" h="76200">
                  <a:moveTo>
                    <a:pt x="177800" y="25400"/>
                  </a:moveTo>
                  <a:lnTo>
                    <a:pt x="152400" y="25400"/>
                  </a:lnTo>
                  <a:lnTo>
                    <a:pt x="152400" y="50800"/>
                  </a:lnTo>
                  <a:lnTo>
                    <a:pt x="177800" y="50800"/>
                  </a:lnTo>
                  <a:lnTo>
                    <a:pt x="177800" y="25400"/>
                  </a:lnTo>
                  <a:close/>
                </a:path>
                <a:path w="8007350" h="76200">
                  <a:moveTo>
                    <a:pt x="228600" y="25400"/>
                  </a:moveTo>
                  <a:lnTo>
                    <a:pt x="203200" y="25400"/>
                  </a:lnTo>
                  <a:lnTo>
                    <a:pt x="203200" y="50800"/>
                  </a:lnTo>
                  <a:lnTo>
                    <a:pt x="228600" y="50800"/>
                  </a:lnTo>
                  <a:lnTo>
                    <a:pt x="228600" y="25400"/>
                  </a:lnTo>
                  <a:close/>
                </a:path>
                <a:path w="8007350" h="76200">
                  <a:moveTo>
                    <a:pt x="279400" y="25400"/>
                  </a:moveTo>
                  <a:lnTo>
                    <a:pt x="254000" y="25400"/>
                  </a:lnTo>
                  <a:lnTo>
                    <a:pt x="254000" y="50800"/>
                  </a:lnTo>
                  <a:lnTo>
                    <a:pt x="279400" y="50800"/>
                  </a:lnTo>
                  <a:lnTo>
                    <a:pt x="279400" y="25400"/>
                  </a:lnTo>
                  <a:close/>
                </a:path>
                <a:path w="8007350" h="76200">
                  <a:moveTo>
                    <a:pt x="330200" y="25400"/>
                  </a:moveTo>
                  <a:lnTo>
                    <a:pt x="304800" y="25400"/>
                  </a:lnTo>
                  <a:lnTo>
                    <a:pt x="304800" y="50800"/>
                  </a:lnTo>
                  <a:lnTo>
                    <a:pt x="330200" y="50800"/>
                  </a:lnTo>
                  <a:lnTo>
                    <a:pt x="330200" y="25400"/>
                  </a:lnTo>
                  <a:close/>
                </a:path>
                <a:path w="8007350" h="76200">
                  <a:moveTo>
                    <a:pt x="381000" y="25400"/>
                  </a:moveTo>
                  <a:lnTo>
                    <a:pt x="355600" y="25400"/>
                  </a:lnTo>
                  <a:lnTo>
                    <a:pt x="355600" y="50800"/>
                  </a:lnTo>
                  <a:lnTo>
                    <a:pt x="381000" y="50800"/>
                  </a:lnTo>
                  <a:lnTo>
                    <a:pt x="381000" y="25400"/>
                  </a:lnTo>
                  <a:close/>
                </a:path>
                <a:path w="8007350" h="76200">
                  <a:moveTo>
                    <a:pt x="431800" y="25400"/>
                  </a:moveTo>
                  <a:lnTo>
                    <a:pt x="406400" y="25400"/>
                  </a:lnTo>
                  <a:lnTo>
                    <a:pt x="406400" y="50800"/>
                  </a:lnTo>
                  <a:lnTo>
                    <a:pt x="431800" y="50800"/>
                  </a:lnTo>
                  <a:lnTo>
                    <a:pt x="431800" y="25400"/>
                  </a:lnTo>
                  <a:close/>
                </a:path>
                <a:path w="8007350" h="76200">
                  <a:moveTo>
                    <a:pt x="482600" y="25400"/>
                  </a:moveTo>
                  <a:lnTo>
                    <a:pt x="457200" y="25400"/>
                  </a:lnTo>
                  <a:lnTo>
                    <a:pt x="457200" y="50800"/>
                  </a:lnTo>
                  <a:lnTo>
                    <a:pt x="482600" y="50800"/>
                  </a:lnTo>
                  <a:lnTo>
                    <a:pt x="482600" y="25400"/>
                  </a:lnTo>
                  <a:close/>
                </a:path>
                <a:path w="8007350" h="76200">
                  <a:moveTo>
                    <a:pt x="533400" y="25400"/>
                  </a:moveTo>
                  <a:lnTo>
                    <a:pt x="508000" y="25400"/>
                  </a:lnTo>
                  <a:lnTo>
                    <a:pt x="508000" y="50800"/>
                  </a:lnTo>
                  <a:lnTo>
                    <a:pt x="533400" y="50800"/>
                  </a:lnTo>
                  <a:lnTo>
                    <a:pt x="533400" y="25400"/>
                  </a:lnTo>
                  <a:close/>
                </a:path>
                <a:path w="8007350" h="76200">
                  <a:moveTo>
                    <a:pt x="584200" y="25400"/>
                  </a:moveTo>
                  <a:lnTo>
                    <a:pt x="558800" y="25400"/>
                  </a:lnTo>
                  <a:lnTo>
                    <a:pt x="558800" y="50800"/>
                  </a:lnTo>
                  <a:lnTo>
                    <a:pt x="584200" y="50800"/>
                  </a:lnTo>
                  <a:lnTo>
                    <a:pt x="584200" y="25400"/>
                  </a:lnTo>
                  <a:close/>
                </a:path>
                <a:path w="8007350" h="76200">
                  <a:moveTo>
                    <a:pt x="635000" y="25400"/>
                  </a:moveTo>
                  <a:lnTo>
                    <a:pt x="609600" y="25400"/>
                  </a:lnTo>
                  <a:lnTo>
                    <a:pt x="609600" y="50800"/>
                  </a:lnTo>
                  <a:lnTo>
                    <a:pt x="635000" y="50800"/>
                  </a:lnTo>
                  <a:lnTo>
                    <a:pt x="635000" y="25400"/>
                  </a:lnTo>
                  <a:close/>
                </a:path>
                <a:path w="8007350" h="76200">
                  <a:moveTo>
                    <a:pt x="685800" y="25400"/>
                  </a:moveTo>
                  <a:lnTo>
                    <a:pt x="660400" y="25400"/>
                  </a:lnTo>
                  <a:lnTo>
                    <a:pt x="660400" y="50800"/>
                  </a:lnTo>
                  <a:lnTo>
                    <a:pt x="685800" y="50800"/>
                  </a:lnTo>
                  <a:lnTo>
                    <a:pt x="685800" y="25400"/>
                  </a:lnTo>
                  <a:close/>
                </a:path>
                <a:path w="8007350" h="76200">
                  <a:moveTo>
                    <a:pt x="736600" y="25400"/>
                  </a:moveTo>
                  <a:lnTo>
                    <a:pt x="711200" y="25400"/>
                  </a:lnTo>
                  <a:lnTo>
                    <a:pt x="711200" y="50800"/>
                  </a:lnTo>
                  <a:lnTo>
                    <a:pt x="736600" y="50800"/>
                  </a:lnTo>
                  <a:lnTo>
                    <a:pt x="736600" y="25400"/>
                  </a:lnTo>
                  <a:close/>
                </a:path>
                <a:path w="8007350" h="76200">
                  <a:moveTo>
                    <a:pt x="787400" y="25400"/>
                  </a:moveTo>
                  <a:lnTo>
                    <a:pt x="762000" y="25400"/>
                  </a:lnTo>
                  <a:lnTo>
                    <a:pt x="762000" y="50800"/>
                  </a:lnTo>
                  <a:lnTo>
                    <a:pt x="787400" y="50800"/>
                  </a:lnTo>
                  <a:lnTo>
                    <a:pt x="787400" y="25400"/>
                  </a:lnTo>
                  <a:close/>
                </a:path>
                <a:path w="8007350" h="76200">
                  <a:moveTo>
                    <a:pt x="838200" y="25400"/>
                  </a:moveTo>
                  <a:lnTo>
                    <a:pt x="812800" y="25400"/>
                  </a:lnTo>
                  <a:lnTo>
                    <a:pt x="812800" y="50800"/>
                  </a:lnTo>
                  <a:lnTo>
                    <a:pt x="838200" y="50800"/>
                  </a:lnTo>
                  <a:lnTo>
                    <a:pt x="838200" y="25400"/>
                  </a:lnTo>
                  <a:close/>
                </a:path>
                <a:path w="8007350" h="76200">
                  <a:moveTo>
                    <a:pt x="889000" y="25400"/>
                  </a:moveTo>
                  <a:lnTo>
                    <a:pt x="863600" y="25400"/>
                  </a:lnTo>
                  <a:lnTo>
                    <a:pt x="863600" y="50800"/>
                  </a:lnTo>
                  <a:lnTo>
                    <a:pt x="889000" y="50800"/>
                  </a:lnTo>
                  <a:lnTo>
                    <a:pt x="889000" y="25400"/>
                  </a:lnTo>
                  <a:close/>
                </a:path>
                <a:path w="8007350" h="76200">
                  <a:moveTo>
                    <a:pt x="939800" y="25400"/>
                  </a:moveTo>
                  <a:lnTo>
                    <a:pt x="914400" y="25400"/>
                  </a:lnTo>
                  <a:lnTo>
                    <a:pt x="914400" y="50800"/>
                  </a:lnTo>
                  <a:lnTo>
                    <a:pt x="939800" y="50800"/>
                  </a:lnTo>
                  <a:lnTo>
                    <a:pt x="939800" y="25400"/>
                  </a:lnTo>
                  <a:close/>
                </a:path>
                <a:path w="8007350" h="76200">
                  <a:moveTo>
                    <a:pt x="990600" y="25400"/>
                  </a:moveTo>
                  <a:lnTo>
                    <a:pt x="965200" y="25400"/>
                  </a:lnTo>
                  <a:lnTo>
                    <a:pt x="965200" y="50800"/>
                  </a:lnTo>
                  <a:lnTo>
                    <a:pt x="990600" y="50800"/>
                  </a:lnTo>
                  <a:lnTo>
                    <a:pt x="990600" y="25400"/>
                  </a:lnTo>
                  <a:close/>
                </a:path>
                <a:path w="8007350" h="76200">
                  <a:moveTo>
                    <a:pt x="1041400" y="25400"/>
                  </a:moveTo>
                  <a:lnTo>
                    <a:pt x="1016000" y="25400"/>
                  </a:lnTo>
                  <a:lnTo>
                    <a:pt x="1016000" y="50800"/>
                  </a:lnTo>
                  <a:lnTo>
                    <a:pt x="1041400" y="50800"/>
                  </a:lnTo>
                  <a:lnTo>
                    <a:pt x="1041400" y="25400"/>
                  </a:lnTo>
                  <a:close/>
                </a:path>
                <a:path w="8007350" h="76200">
                  <a:moveTo>
                    <a:pt x="1092200" y="25400"/>
                  </a:moveTo>
                  <a:lnTo>
                    <a:pt x="1066800" y="25400"/>
                  </a:lnTo>
                  <a:lnTo>
                    <a:pt x="1066800" y="50800"/>
                  </a:lnTo>
                  <a:lnTo>
                    <a:pt x="1092200" y="50800"/>
                  </a:lnTo>
                  <a:lnTo>
                    <a:pt x="1092200" y="25400"/>
                  </a:lnTo>
                  <a:close/>
                </a:path>
                <a:path w="8007350" h="76200">
                  <a:moveTo>
                    <a:pt x="1143000" y="25400"/>
                  </a:moveTo>
                  <a:lnTo>
                    <a:pt x="1117600" y="25400"/>
                  </a:lnTo>
                  <a:lnTo>
                    <a:pt x="1117600" y="50800"/>
                  </a:lnTo>
                  <a:lnTo>
                    <a:pt x="1143000" y="50800"/>
                  </a:lnTo>
                  <a:lnTo>
                    <a:pt x="1143000" y="25400"/>
                  </a:lnTo>
                  <a:close/>
                </a:path>
                <a:path w="8007350" h="76200">
                  <a:moveTo>
                    <a:pt x="1193800" y="25400"/>
                  </a:moveTo>
                  <a:lnTo>
                    <a:pt x="1168400" y="25400"/>
                  </a:lnTo>
                  <a:lnTo>
                    <a:pt x="1168400" y="50800"/>
                  </a:lnTo>
                  <a:lnTo>
                    <a:pt x="1193800" y="50800"/>
                  </a:lnTo>
                  <a:lnTo>
                    <a:pt x="1193800" y="25400"/>
                  </a:lnTo>
                  <a:close/>
                </a:path>
                <a:path w="8007350" h="76200">
                  <a:moveTo>
                    <a:pt x="1244600" y="25400"/>
                  </a:moveTo>
                  <a:lnTo>
                    <a:pt x="1219200" y="25400"/>
                  </a:lnTo>
                  <a:lnTo>
                    <a:pt x="1219200" y="50800"/>
                  </a:lnTo>
                  <a:lnTo>
                    <a:pt x="1244600" y="50800"/>
                  </a:lnTo>
                  <a:lnTo>
                    <a:pt x="1244600" y="25400"/>
                  </a:lnTo>
                  <a:close/>
                </a:path>
                <a:path w="8007350" h="76200">
                  <a:moveTo>
                    <a:pt x="1295400" y="25400"/>
                  </a:moveTo>
                  <a:lnTo>
                    <a:pt x="1270000" y="25400"/>
                  </a:lnTo>
                  <a:lnTo>
                    <a:pt x="1270000" y="50800"/>
                  </a:lnTo>
                  <a:lnTo>
                    <a:pt x="1295400" y="50800"/>
                  </a:lnTo>
                  <a:lnTo>
                    <a:pt x="1295400" y="25400"/>
                  </a:lnTo>
                  <a:close/>
                </a:path>
                <a:path w="8007350" h="76200">
                  <a:moveTo>
                    <a:pt x="1346200" y="25400"/>
                  </a:moveTo>
                  <a:lnTo>
                    <a:pt x="1320800" y="25400"/>
                  </a:lnTo>
                  <a:lnTo>
                    <a:pt x="1320800" y="50800"/>
                  </a:lnTo>
                  <a:lnTo>
                    <a:pt x="1346200" y="50800"/>
                  </a:lnTo>
                  <a:lnTo>
                    <a:pt x="1346200" y="25400"/>
                  </a:lnTo>
                  <a:close/>
                </a:path>
                <a:path w="8007350" h="76200">
                  <a:moveTo>
                    <a:pt x="1397000" y="25400"/>
                  </a:moveTo>
                  <a:lnTo>
                    <a:pt x="1371600" y="25400"/>
                  </a:lnTo>
                  <a:lnTo>
                    <a:pt x="1371600" y="50800"/>
                  </a:lnTo>
                  <a:lnTo>
                    <a:pt x="1397000" y="50800"/>
                  </a:lnTo>
                  <a:lnTo>
                    <a:pt x="1397000" y="25400"/>
                  </a:lnTo>
                  <a:close/>
                </a:path>
                <a:path w="8007350" h="76200">
                  <a:moveTo>
                    <a:pt x="1447800" y="25400"/>
                  </a:moveTo>
                  <a:lnTo>
                    <a:pt x="1422400" y="25400"/>
                  </a:lnTo>
                  <a:lnTo>
                    <a:pt x="1422400" y="50800"/>
                  </a:lnTo>
                  <a:lnTo>
                    <a:pt x="1447800" y="50800"/>
                  </a:lnTo>
                  <a:lnTo>
                    <a:pt x="1447800" y="25400"/>
                  </a:lnTo>
                  <a:close/>
                </a:path>
                <a:path w="8007350" h="76200">
                  <a:moveTo>
                    <a:pt x="1498600" y="25400"/>
                  </a:moveTo>
                  <a:lnTo>
                    <a:pt x="1473200" y="25400"/>
                  </a:lnTo>
                  <a:lnTo>
                    <a:pt x="1473200" y="50800"/>
                  </a:lnTo>
                  <a:lnTo>
                    <a:pt x="1498600" y="50800"/>
                  </a:lnTo>
                  <a:lnTo>
                    <a:pt x="1498600" y="25400"/>
                  </a:lnTo>
                  <a:close/>
                </a:path>
                <a:path w="8007350" h="76200">
                  <a:moveTo>
                    <a:pt x="1549400" y="25400"/>
                  </a:moveTo>
                  <a:lnTo>
                    <a:pt x="1524000" y="25400"/>
                  </a:lnTo>
                  <a:lnTo>
                    <a:pt x="1524000" y="50800"/>
                  </a:lnTo>
                  <a:lnTo>
                    <a:pt x="1549400" y="50800"/>
                  </a:lnTo>
                  <a:lnTo>
                    <a:pt x="1549400" y="25400"/>
                  </a:lnTo>
                  <a:close/>
                </a:path>
                <a:path w="8007350" h="76200">
                  <a:moveTo>
                    <a:pt x="1600200" y="25400"/>
                  </a:moveTo>
                  <a:lnTo>
                    <a:pt x="1574800" y="25400"/>
                  </a:lnTo>
                  <a:lnTo>
                    <a:pt x="1574800" y="50800"/>
                  </a:lnTo>
                  <a:lnTo>
                    <a:pt x="1600200" y="50800"/>
                  </a:lnTo>
                  <a:lnTo>
                    <a:pt x="1600200" y="25400"/>
                  </a:lnTo>
                  <a:close/>
                </a:path>
                <a:path w="8007350" h="76200">
                  <a:moveTo>
                    <a:pt x="1651000" y="25400"/>
                  </a:moveTo>
                  <a:lnTo>
                    <a:pt x="1625600" y="25400"/>
                  </a:lnTo>
                  <a:lnTo>
                    <a:pt x="1625600" y="50800"/>
                  </a:lnTo>
                  <a:lnTo>
                    <a:pt x="1651000" y="50800"/>
                  </a:lnTo>
                  <a:lnTo>
                    <a:pt x="1651000" y="25400"/>
                  </a:lnTo>
                  <a:close/>
                </a:path>
                <a:path w="8007350" h="76200">
                  <a:moveTo>
                    <a:pt x="1701800" y="25400"/>
                  </a:moveTo>
                  <a:lnTo>
                    <a:pt x="1676400" y="25400"/>
                  </a:lnTo>
                  <a:lnTo>
                    <a:pt x="1676400" y="50800"/>
                  </a:lnTo>
                  <a:lnTo>
                    <a:pt x="1701800" y="50800"/>
                  </a:lnTo>
                  <a:lnTo>
                    <a:pt x="1701800" y="25400"/>
                  </a:lnTo>
                  <a:close/>
                </a:path>
                <a:path w="8007350" h="76200">
                  <a:moveTo>
                    <a:pt x="1752600" y="25400"/>
                  </a:moveTo>
                  <a:lnTo>
                    <a:pt x="1727200" y="25400"/>
                  </a:lnTo>
                  <a:lnTo>
                    <a:pt x="1727200" y="50800"/>
                  </a:lnTo>
                  <a:lnTo>
                    <a:pt x="1752600" y="50800"/>
                  </a:lnTo>
                  <a:lnTo>
                    <a:pt x="1752600" y="25400"/>
                  </a:lnTo>
                  <a:close/>
                </a:path>
                <a:path w="8007350" h="76200">
                  <a:moveTo>
                    <a:pt x="1803400" y="25400"/>
                  </a:moveTo>
                  <a:lnTo>
                    <a:pt x="1778000" y="25400"/>
                  </a:lnTo>
                  <a:lnTo>
                    <a:pt x="1778000" y="50800"/>
                  </a:lnTo>
                  <a:lnTo>
                    <a:pt x="1803400" y="50800"/>
                  </a:lnTo>
                  <a:lnTo>
                    <a:pt x="1803400" y="25400"/>
                  </a:lnTo>
                  <a:close/>
                </a:path>
                <a:path w="8007350" h="76200">
                  <a:moveTo>
                    <a:pt x="1854200" y="25400"/>
                  </a:moveTo>
                  <a:lnTo>
                    <a:pt x="1828800" y="25400"/>
                  </a:lnTo>
                  <a:lnTo>
                    <a:pt x="1828800" y="50800"/>
                  </a:lnTo>
                  <a:lnTo>
                    <a:pt x="1854200" y="50800"/>
                  </a:lnTo>
                  <a:lnTo>
                    <a:pt x="1854200" y="25400"/>
                  </a:lnTo>
                  <a:close/>
                </a:path>
                <a:path w="8007350" h="76200">
                  <a:moveTo>
                    <a:pt x="1905000" y="25400"/>
                  </a:moveTo>
                  <a:lnTo>
                    <a:pt x="1879600" y="25400"/>
                  </a:lnTo>
                  <a:lnTo>
                    <a:pt x="1879600" y="50800"/>
                  </a:lnTo>
                  <a:lnTo>
                    <a:pt x="1905000" y="50800"/>
                  </a:lnTo>
                  <a:lnTo>
                    <a:pt x="1905000" y="25400"/>
                  </a:lnTo>
                  <a:close/>
                </a:path>
                <a:path w="8007350" h="76200">
                  <a:moveTo>
                    <a:pt x="1955800" y="25400"/>
                  </a:moveTo>
                  <a:lnTo>
                    <a:pt x="1930400" y="25400"/>
                  </a:lnTo>
                  <a:lnTo>
                    <a:pt x="1930400" y="50800"/>
                  </a:lnTo>
                  <a:lnTo>
                    <a:pt x="1955800" y="50800"/>
                  </a:lnTo>
                  <a:lnTo>
                    <a:pt x="1955800" y="25400"/>
                  </a:lnTo>
                  <a:close/>
                </a:path>
                <a:path w="8007350" h="76200">
                  <a:moveTo>
                    <a:pt x="2006600" y="25400"/>
                  </a:moveTo>
                  <a:lnTo>
                    <a:pt x="1981200" y="25400"/>
                  </a:lnTo>
                  <a:lnTo>
                    <a:pt x="1981200" y="50800"/>
                  </a:lnTo>
                  <a:lnTo>
                    <a:pt x="2006600" y="50800"/>
                  </a:lnTo>
                  <a:lnTo>
                    <a:pt x="2006600" y="25400"/>
                  </a:lnTo>
                  <a:close/>
                </a:path>
                <a:path w="8007350" h="76200">
                  <a:moveTo>
                    <a:pt x="2057400" y="25400"/>
                  </a:moveTo>
                  <a:lnTo>
                    <a:pt x="2032000" y="25400"/>
                  </a:lnTo>
                  <a:lnTo>
                    <a:pt x="2032000" y="50800"/>
                  </a:lnTo>
                  <a:lnTo>
                    <a:pt x="2057400" y="50800"/>
                  </a:lnTo>
                  <a:lnTo>
                    <a:pt x="2057400" y="25400"/>
                  </a:lnTo>
                  <a:close/>
                </a:path>
                <a:path w="8007350" h="76200">
                  <a:moveTo>
                    <a:pt x="2108200" y="25400"/>
                  </a:moveTo>
                  <a:lnTo>
                    <a:pt x="2082800" y="25400"/>
                  </a:lnTo>
                  <a:lnTo>
                    <a:pt x="2082800" y="50800"/>
                  </a:lnTo>
                  <a:lnTo>
                    <a:pt x="2108200" y="50800"/>
                  </a:lnTo>
                  <a:lnTo>
                    <a:pt x="2108200" y="25400"/>
                  </a:lnTo>
                  <a:close/>
                </a:path>
                <a:path w="8007350" h="76200">
                  <a:moveTo>
                    <a:pt x="2159000" y="25400"/>
                  </a:moveTo>
                  <a:lnTo>
                    <a:pt x="2133600" y="25400"/>
                  </a:lnTo>
                  <a:lnTo>
                    <a:pt x="2133600" y="50800"/>
                  </a:lnTo>
                  <a:lnTo>
                    <a:pt x="2159000" y="50800"/>
                  </a:lnTo>
                  <a:lnTo>
                    <a:pt x="2159000" y="25400"/>
                  </a:lnTo>
                  <a:close/>
                </a:path>
                <a:path w="8007350" h="76200">
                  <a:moveTo>
                    <a:pt x="2209800" y="25400"/>
                  </a:moveTo>
                  <a:lnTo>
                    <a:pt x="2184400" y="25400"/>
                  </a:lnTo>
                  <a:lnTo>
                    <a:pt x="2184400" y="50800"/>
                  </a:lnTo>
                  <a:lnTo>
                    <a:pt x="2209800" y="50800"/>
                  </a:lnTo>
                  <a:lnTo>
                    <a:pt x="2209800" y="25400"/>
                  </a:lnTo>
                  <a:close/>
                </a:path>
                <a:path w="8007350" h="76200">
                  <a:moveTo>
                    <a:pt x="2260600" y="25400"/>
                  </a:moveTo>
                  <a:lnTo>
                    <a:pt x="2235200" y="25400"/>
                  </a:lnTo>
                  <a:lnTo>
                    <a:pt x="2235200" y="50800"/>
                  </a:lnTo>
                  <a:lnTo>
                    <a:pt x="2260600" y="50800"/>
                  </a:lnTo>
                  <a:lnTo>
                    <a:pt x="2260600" y="25400"/>
                  </a:lnTo>
                  <a:close/>
                </a:path>
                <a:path w="8007350" h="76200">
                  <a:moveTo>
                    <a:pt x="2311400" y="25400"/>
                  </a:moveTo>
                  <a:lnTo>
                    <a:pt x="2286000" y="254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25400"/>
                  </a:lnTo>
                  <a:close/>
                </a:path>
                <a:path w="8007350" h="76200">
                  <a:moveTo>
                    <a:pt x="2362200" y="25400"/>
                  </a:moveTo>
                  <a:lnTo>
                    <a:pt x="2336800" y="25400"/>
                  </a:lnTo>
                  <a:lnTo>
                    <a:pt x="2336800" y="50800"/>
                  </a:lnTo>
                  <a:lnTo>
                    <a:pt x="2362200" y="50800"/>
                  </a:lnTo>
                  <a:lnTo>
                    <a:pt x="2362200" y="25400"/>
                  </a:lnTo>
                  <a:close/>
                </a:path>
                <a:path w="8007350" h="76200">
                  <a:moveTo>
                    <a:pt x="2413000" y="25400"/>
                  </a:moveTo>
                  <a:lnTo>
                    <a:pt x="2387600" y="25400"/>
                  </a:lnTo>
                  <a:lnTo>
                    <a:pt x="2387600" y="50800"/>
                  </a:lnTo>
                  <a:lnTo>
                    <a:pt x="2413000" y="50800"/>
                  </a:lnTo>
                  <a:lnTo>
                    <a:pt x="2413000" y="25400"/>
                  </a:lnTo>
                  <a:close/>
                </a:path>
                <a:path w="8007350" h="76200">
                  <a:moveTo>
                    <a:pt x="2463800" y="25400"/>
                  </a:moveTo>
                  <a:lnTo>
                    <a:pt x="2438400" y="25400"/>
                  </a:lnTo>
                  <a:lnTo>
                    <a:pt x="2438400" y="50800"/>
                  </a:lnTo>
                  <a:lnTo>
                    <a:pt x="2463800" y="50800"/>
                  </a:lnTo>
                  <a:lnTo>
                    <a:pt x="2463800" y="25400"/>
                  </a:lnTo>
                  <a:close/>
                </a:path>
                <a:path w="8007350" h="76200">
                  <a:moveTo>
                    <a:pt x="2514600" y="25400"/>
                  </a:moveTo>
                  <a:lnTo>
                    <a:pt x="2489200" y="25400"/>
                  </a:lnTo>
                  <a:lnTo>
                    <a:pt x="2489200" y="50800"/>
                  </a:lnTo>
                  <a:lnTo>
                    <a:pt x="2514600" y="50800"/>
                  </a:lnTo>
                  <a:lnTo>
                    <a:pt x="2514600" y="25400"/>
                  </a:lnTo>
                  <a:close/>
                </a:path>
                <a:path w="8007350" h="76200">
                  <a:moveTo>
                    <a:pt x="2565400" y="25400"/>
                  </a:moveTo>
                  <a:lnTo>
                    <a:pt x="2540000" y="25400"/>
                  </a:lnTo>
                  <a:lnTo>
                    <a:pt x="25400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8007350" h="76200">
                  <a:moveTo>
                    <a:pt x="2616200" y="25400"/>
                  </a:moveTo>
                  <a:lnTo>
                    <a:pt x="2590800" y="25400"/>
                  </a:lnTo>
                  <a:lnTo>
                    <a:pt x="2590800" y="50800"/>
                  </a:lnTo>
                  <a:lnTo>
                    <a:pt x="2616200" y="50800"/>
                  </a:lnTo>
                  <a:lnTo>
                    <a:pt x="2616200" y="25400"/>
                  </a:lnTo>
                  <a:close/>
                </a:path>
                <a:path w="8007350" h="76200">
                  <a:moveTo>
                    <a:pt x="2667000" y="25400"/>
                  </a:moveTo>
                  <a:lnTo>
                    <a:pt x="2641600" y="25400"/>
                  </a:lnTo>
                  <a:lnTo>
                    <a:pt x="2641600" y="50800"/>
                  </a:lnTo>
                  <a:lnTo>
                    <a:pt x="2667000" y="50800"/>
                  </a:lnTo>
                  <a:lnTo>
                    <a:pt x="2667000" y="25400"/>
                  </a:lnTo>
                  <a:close/>
                </a:path>
                <a:path w="8007350" h="76200">
                  <a:moveTo>
                    <a:pt x="2717800" y="25400"/>
                  </a:moveTo>
                  <a:lnTo>
                    <a:pt x="2692400" y="25400"/>
                  </a:lnTo>
                  <a:lnTo>
                    <a:pt x="2692400" y="50800"/>
                  </a:lnTo>
                  <a:lnTo>
                    <a:pt x="2717800" y="50800"/>
                  </a:lnTo>
                  <a:lnTo>
                    <a:pt x="2717800" y="25400"/>
                  </a:lnTo>
                  <a:close/>
                </a:path>
                <a:path w="8007350" h="76200">
                  <a:moveTo>
                    <a:pt x="2768600" y="25400"/>
                  </a:moveTo>
                  <a:lnTo>
                    <a:pt x="2743200" y="25400"/>
                  </a:lnTo>
                  <a:lnTo>
                    <a:pt x="2743200" y="50800"/>
                  </a:lnTo>
                  <a:lnTo>
                    <a:pt x="2768600" y="50800"/>
                  </a:lnTo>
                  <a:lnTo>
                    <a:pt x="2768600" y="25400"/>
                  </a:lnTo>
                  <a:close/>
                </a:path>
                <a:path w="8007350" h="76200">
                  <a:moveTo>
                    <a:pt x="2819400" y="25400"/>
                  </a:moveTo>
                  <a:lnTo>
                    <a:pt x="2794000" y="25400"/>
                  </a:lnTo>
                  <a:lnTo>
                    <a:pt x="2794000" y="50800"/>
                  </a:lnTo>
                  <a:lnTo>
                    <a:pt x="2819400" y="50800"/>
                  </a:lnTo>
                  <a:lnTo>
                    <a:pt x="2819400" y="25400"/>
                  </a:lnTo>
                  <a:close/>
                </a:path>
                <a:path w="8007350" h="76200">
                  <a:moveTo>
                    <a:pt x="2870200" y="25400"/>
                  </a:moveTo>
                  <a:lnTo>
                    <a:pt x="2844800" y="25400"/>
                  </a:lnTo>
                  <a:lnTo>
                    <a:pt x="2844800" y="50800"/>
                  </a:lnTo>
                  <a:lnTo>
                    <a:pt x="2870200" y="50800"/>
                  </a:lnTo>
                  <a:lnTo>
                    <a:pt x="2870200" y="25400"/>
                  </a:lnTo>
                  <a:close/>
                </a:path>
                <a:path w="8007350" h="76200">
                  <a:moveTo>
                    <a:pt x="2921000" y="25400"/>
                  </a:moveTo>
                  <a:lnTo>
                    <a:pt x="2895600" y="25400"/>
                  </a:lnTo>
                  <a:lnTo>
                    <a:pt x="2895600" y="50800"/>
                  </a:lnTo>
                  <a:lnTo>
                    <a:pt x="2921000" y="50800"/>
                  </a:lnTo>
                  <a:lnTo>
                    <a:pt x="2921000" y="25400"/>
                  </a:lnTo>
                  <a:close/>
                </a:path>
                <a:path w="8007350" h="76200">
                  <a:moveTo>
                    <a:pt x="2971800" y="25400"/>
                  </a:moveTo>
                  <a:lnTo>
                    <a:pt x="2946400" y="25400"/>
                  </a:lnTo>
                  <a:lnTo>
                    <a:pt x="2946400" y="50800"/>
                  </a:lnTo>
                  <a:lnTo>
                    <a:pt x="2971800" y="50800"/>
                  </a:lnTo>
                  <a:lnTo>
                    <a:pt x="2971800" y="25400"/>
                  </a:lnTo>
                  <a:close/>
                </a:path>
                <a:path w="8007350" h="76200">
                  <a:moveTo>
                    <a:pt x="3022600" y="25400"/>
                  </a:moveTo>
                  <a:lnTo>
                    <a:pt x="2997200" y="25400"/>
                  </a:lnTo>
                  <a:lnTo>
                    <a:pt x="2997200" y="50800"/>
                  </a:lnTo>
                  <a:lnTo>
                    <a:pt x="3022600" y="50800"/>
                  </a:lnTo>
                  <a:lnTo>
                    <a:pt x="3022600" y="25400"/>
                  </a:lnTo>
                  <a:close/>
                </a:path>
                <a:path w="8007350" h="76200">
                  <a:moveTo>
                    <a:pt x="3073400" y="25400"/>
                  </a:moveTo>
                  <a:lnTo>
                    <a:pt x="3048000" y="25400"/>
                  </a:lnTo>
                  <a:lnTo>
                    <a:pt x="3048000" y="50800"/>
                  </a:lnTo>
                  <a:lnTo>
                    <a:pt x="3073400" y="50800"/>
                  </a:lnTo>
                  <a:lnTo>
                    <a:pt x="3073400" y="25400"/>
                  </a:lnTo>
                  <a:close/>
                </a:path>
                <a:path w="8007350" h="76200">
                  <a:moveTo>
                    <a:pt x="3124200" y="25400"/>
                  </a:moveTo>
                  <a:lnTo>
                    <a:pt x="3098800" y="25400"/>
                  </a:lnTo>
                  <a:lnTo>
                    <a:pt x="3098800" y="50800"/>
                  </a:lnTo>
                  <a:lnTo>
                    <a:pt x="3124200" y="50800"/>
                  </a:lnTo>
                  <a:lnTo>
                    <a:pt x="3124200" y="25400"/>
                  </a:lnTo>
                  <a:close/>
                </a:path>
                <a:path w="8007350" h="76200">
                  <a:moveTo>
                    <a:pt x="3175000" y="25400"/>
                  </a:moveTo>
                  <a:lnTo>
                    <a:pt x="3149600" y="25400"/>
                  </a:lnTo>
                  <a:lnTo>
                    <a:pt x="3149600" y="50800"/>
                  </a:lnTo>
                  <a:lnTo>
                    <a:pt x="3175000" y="50800"/>
                  </a:lnTo>
                  <a:lnTo>
                    <a:pt x="3175000" y="25400"/>
                  </a:lnTo>
                  <a:close/>
                </a:path>
                <a:path w="8007350" h="76200">
                  <a:moveTo>
                    <a:pt x="3225800" y="25400"/>
                  </a:moveTo>
                  <a:lnTo>
                    <a:pt x="3200400" y="25400"/>
                  </a:lnTo>
                  <a:lnTo>
                    <a:pt x="3200400" y="50800"/>
                  </a:lnTo>
                  <a:lnTo>
                    <a:pt x="3225800" y="50800"/>
                  </a:lnTo>
                  <a:lnTo>
                    <a:pt x="3225800" y="25400"/>
                  </a:lnTo>
                  <a:close/>
                </a:path>
                <a:path w="8007350" h="76200">
                  <a:moveTo>
                    <a:pt x="3276600" y="25400"/>
                  </a:moveTo>
                  <a:lnTo>
                    <a:pt x="3251200" y="25400"/>
                  </a:lnTo>
                  <a:lnTo>
                    <a:pt x="3251200" y="50800"/>
                  </a:lnTo>
                  <a:lnTo>
                    <a:pt x="3276600" y="50800"/>
                  </a:lnTo>
                  <a:lnTo>
                    <a:pt x="3276600" y="25400"/>
                  </a:lnTo>
                  <a:close/>
                </a:path>
                <a:path w="8007350" h="76200">
                  <a:moveTo>
                    <a:pt x="3327400" y="25400"/>
                  </a:moveTo>
                  <a:lnTo>
                    <a:pt x="3302000" y="25400"/>
                  </a:lnTo>
                  <a:lnTo>
                    <a:pt x="3302000" y="50800"/>
                  </a:lnTo>
                  <a:lnTo>
                    <a:pt x="3327400" y="50800"/>
                  </a:lnTo>
                  <a:lnTo>
                    <a:pt x="3327400" y="25400"/>
                  </a:lnTo>
                  <a:close/>
                </a:path>
                <a:path w="8007350" h="76200">
                  <a:moveTo>
                    <a:pt x="3378200" y="25400"/>
                  </a:moveTo>
                  <a:lnTo>
                    <a:pt x="3352800" y="25400"/>
                  </a:lnTo>
                  <a:lnTo>
                    <a:pt x="3352800" y="50800"/>
                  </a:lnTo>
                  <a:lnTo>
                    <a:pt x="3378200" y="50800"/>
                  </a:lnTo>
                  <a:lnTo>
                    <a:pt x="3378200" y="25400"/>
                  </a:lnTo>
                  <a:close/>
                </a:path>
                <a:path w="8007350" h="76200">
                  <a:moveTo>
                    <a:pt x="3429000" y="25400"/>
                  </a:moveTo>
                  <a:lnTo>
                    <a:pt x="3403600" y="25400"/>
                  </a:lnTo>
                  <a:lnTo>
                    <a:pt x="3403600" y="50800"/>
                  </a:lnTo>
                  <a:lnTo>
                    <a:pt x="3429000" y="50800"/>
                  </a:lnTo>
                  <a:lnTo>
                    <a:pt x="3429000" y="25400"/>
                  </a:lnTo>
                  <a:close/>
                </a:path>
                <a:path w="8007350" h="76200">
                  <a:moveTo>
                    <a:pt x="3479800" y="25400"/>
                  </a:moveTo>
                  <a:lnTo>
                    <a:pt x="3454400" y="25400"/>
                  </a:lnTo>
                  <a:lnTo>
                    <a:pt x="3454400" y="50800"/>
                  </a:lnTo>
                  <a:lnTo>
                    <a:pt x="3479800" y="50800"/>
                  </a:lnTo>
                  <a:lnTo>
                    <a:pt x="3479800" y="25400"/>
                  </a:lnTo>
                  <a:close/>
                </a:path>
                <a:path w="8007350" h="76200">
                  <a:moveTo>
                    <a:pt x="3530600" y="25400"/>
                  </a:moveTo>
                  <a:lnTo>
                    <a:pt x="3505200" y="25400"/>
                  </a:lnTo>
                  <a:lnTo>
                    <a:pt x="3505200" y="50800"/>
                  </a:lnTo>
                  <a:lnTo>
                    <a:pt x="3530600" y="50800"/>
                  </a:lnTo>
                  <a:lnTo>
                    <a:pt x="3530600" y="25400"/>
                  </a:lnTo>
                  <a:close/>
                </a:path>
                <a:path w="8007350" h="76200">
                  <a:moveTo>
                    <a:pt x="3581400" y="25400"/>
                  </a:moveTo>
                  <a:lnTo>
                    <a:pt x="3556000" y="25400"/>
                  </a:lnTo>
                  <a:lnTo>
                    <a:pt x="3556000" y="50800"/>
                  </a:lnTo>
                  <a:lnTo>
                    <a:pt x="3581400" y="50800"/>
                  </a:lnTo>
                  <a:lnTo>
                    <a:pt x="3581400" y="25400"/>
                  </a:lnTo>
                  <a:close/>
                </a:path>
                <a:path w="8007350" h="76200">
                  <a:moveTo>
                    <a:pt x="3632200" y="25400"/>
                  </a:moveTo>
                  <a:lnTo>
                    <a:pt x="3606800" y="25400"/>
                  </a:lnTo>
                  <a:lnTo>
                    <a:pt x="3606800" y="50800"/>
                  </a:lnTo>
                  <a:lnTo>
                    <a:pt x="3632200" y="50800"/>
                  </a:lnTo>
                  <a:lnTo>
                    <a:pt x="3632200" y="25400"/>
                  </a:lnTo>
                  <a:close/>
                </a:path>
                <a:path w="8007350" h="76200">
                  <a:moveTo>
                    <a:pt x="3683000" y="25400"/>
                  </a:moveTo>
                  <a:lnTo>
                    <a:pt x="3657600" y="25400"/>
                  </a:lnTo>
                  <a:lnTo>
                    <a:pt x="3657600" y="50800"/>
                  </a:lnTo>
                  <a:lnTo>
                    <a:pt x="3683000" y="50800"/>
                  </a:lnTo>
                  <a:lnTo>
                    <a:pt x="3683000" y="25400"/>
                  </a:lnTo>
                  <a:close/>
                </a:path>
                <a:path w="8007350" h="76200">
                  <a:moveTo>
                    <a:pt x="3733800" y="25400"/>
                  </a:moveTo>
                  <a:lnTo>
                    <a:pt x="3708400" y="25400"/>
                  </a:lnTo>
                  <a:lnTo>
                    <a:pt x="3708400" y="50800"/>
                  </a:lnTo>
                  <a:lnTo>
                    <a:pt x="3733800" y="50800"/>
                  </a:lnTo>
                  <a:lnTo>
                    <a:pt x="3733800" y="25400"/>
                  </a:lnTo>
                  <a:close/>
                </a:path>
                <a:path w="8007350" h="76200">
                  <a:moveTo>
                    <a:pt x="3784600" y="25400"/>
                  </a:moveTo>
                  <a:lnTo>
                    <a:pt x="3759200" y="25400"/>
                  </a:lnTo>
                  <a:lnTo>
                    <a:pt x="3759200" y="50800"/>
                  </a:lnTo>
                  <a:lnTo>
                    <a:pt x="3784600" y="50800"/>
                  </a:lnTo>
                  <a:lnTo>
                    <a:pt x="3784600" y="25400"/>
                  </a:lnTo>
                  <a:close/>
                </a:path>
                <a:path w="8007350" h="76200">
                  <a:moveTo>
                    <a:pt x="3835400" y="25400"/>
                  </a:moveTo>
                  <a:lnTo>
                    <a:pt x="3810000" y="25400"/>
                  </a:lnTo>
                  <a:lnTo>
                    <a:pt x="3810000" y="50800"/>
                  </a:lnTo>
                  <a:lnTo>
                    <a:pt x="3835400" y="50800"/>
                  </a:lnTo>
                  <a:lnTo>
                    <a:pt x="3835400" y="25400"/>
                  </a:lnTo>
                  <a:close/>
                </a:path>
                <a:path w="8007350" h="76200">
                  <a:moveTo>
                    <a:pt x="3886200" y="25400"/>
                  </a:moveTo>
                  <a:lnTo>
                    <a:pt x="3860800" y="25400"/>
                  </a:lnTo>
                  <a:lnTo>
                    <a:pt x="386080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8007350" h="76200">
                  <a:moveTo>
                    <a:pt x="3937000" y="25400"/>
                  </a:moveTo>
                  <a:lnTo>
                    <a:pt x="3911600" y="25400"/>
                  </a:lnTo>
                  <a:lnTo>
                    <a:pt x="3911600" y="50800"/>
                  </a:lnTo>
                  <a:lnTo>
                    <a:pt x="3937000" y="50800"/>
                  </a:lnTo>
                  <a:lnTo>
                    <a:pt x="3937000" y="25400"/>
                  </a:lnTo>
                  <a:close/>
                </a:path>
                <a:path w="8007350" h="76200">
                  <a:moveTo>
                    <a:pt x="3987800" y="25400"/>
                  </a:moveTo>
                  <a:lnTo>
                    <a:pt x="3962400" y="25400"/>
                  </a:lnTo>
                  <a:lnTo>
                    <a:pt x="3962400" y="50800"/>
                  </a:lnTo>
                  <a:lnTo>
                    <a:pt x="3987800" y="50800"/>
                  </a:lnTo>
                  <a:lnTo>
                    <a:pt x="3987800" y="25400"/>
                  </a:lnTo>
                  <a:close/>
                </a:path>
                <a:path w="8007350" h="76200">
                  <a:moveTo>
                    <a:pt x="4038600" y="25400"/>
                  </a:moveTo>
                  <a:lnTo>
                    <a:pt x="4013200" y="25400"/>
                  </a:lnTo>
                  <a:lnTo>
                    <a:pt x="4013200" y="50800"/>
                  </a:lnTo>
                  <a:lnTo>
                    <a:pt x="4038600" y="50800"/>
                  </a:lnTo>
                  <a:lnTo>
                    <a:pt x="4038600" y="25400"/>
                  </a:lnTo>
                  <a:close/>
                </a:path>
                <a:path w="8007350" h="76200">
                  <a:moveTo>
                    <a:pt x="4089400" y="25400"/>
                  </a:moveTo>
                  <a:lnTo>
                    <a:pt x="4064000" y="25400"/>
                  </a:lnTo>
                  <a:lnTo>
                    <a:pt x="4064000" y="50800"/>
                  </a:lnTo>
                  <a:lnTo>
                    <a:pt x="4089400" y="50800"/>
                  </a:lnTo>
                  <a:lnTo>
                    <a:pt x="4089400" y="25400"/>
                  </a:lnTo>
                  <a:close/>
                </a:path>
                <a:path w="8007350" h="76200">
                  <a:moveTo>
                    <a:pt x="4140200" y="25400"/>
                  </a:moveTo>
                  <a:lnTo>
                    <a:pt x="4114800" y="25400"/>
                  </a:lnTo>
                  <a:lnTo>
                    <a:pt x="4114800" y="50800"/>
                  </a:lnTo>
                  <a:lnTo>
                    <a:pt x="4140200" y="50800"/>
                  </a:lnTo>
                  <a:lnTo>
                    <a:pt x="4140200" y="25400"/>
                  </a:lnTo>
                  <a:close/>
                </a:path>
                <a:path w="8007350" h="76200">
                  <a:moveTo>
                    <a:pt x="4191000" y="25400"/>
                  </a:moveTo>
                  <a:lnTo>
                    <a:pt x="4165600" y="25400"/>
                  </a:lnTo>
                  <a:lnTo>
                    <a:pt x="4165600" y="50800"/>
                  </a:lnTo>
                  <a:lnTo>
                    <a:pt x="4191000" y="50800"/>
                  </a:lnTo>
                  <a:lnTo>
                    <a:pt x="4191000" y="25400"/>
                  </a:lnTo>
                  <a:close/>
                </a:path>
                <a:path w="8007350" h="76200">
                  <a:moveTo>
                    <a:pt x="4241800" y="25400"/>
                  </a:moveTo>
                  <a:lnTo>
                    <a:pt x="4216400" y="25400"/>
                  </a:lnTo>
                  <a:lnTo>
                    <a:pt x="4216400" y="50800"/>
                  </a:lnTo>
                  <a:lnTo>
                    <a:pt x="4241800" y="50800"/>
                  </a:lnTo>
                  <a:lnTo>
                    <a:pt x="4241800" y="25400"/>
                  </a:lnTo>
                  <a:close/>
                </a:path>
                <a:path w="8007350" h="76200">
                  <a:moveTo>
                    <a:pt x="4292600" y="25400"/>
                  </a:moveTo>
                  <a:lnTo>
                    <a:pt x="4267200" y="25400"/>
                  </a:lnTo>
                  <a:lnTo>
                    <a:pt x="4267200" y="50800"/>
                  </a:lnTo>
                  <a:lnTo>
                    <a:pt x="4292600" y="50800"/>
                  </a:lnTo>
                  <a:lnTo>
                    <a:pt x="4292600" y="25400"/>
                  </a:lnTo>
                  <a:close/>
                </a:path>
                <a:path w="8007350" h="76200">
                  <a:moveTo>
                    <a:pt x="4343400" y="25400"/>
                  </a:moveTo>
                  <a:lnTo>
                    <a:pt x="4318000" y="25400"/>
                  </a:lnTo>
                  <a:lnTo>
                    <a:pt x="4318000" y="50800"/>
                  </a:lnTo>
                  <a:lnTo>
                    <a:pt x="4343400" y="50800"/>
                  </a:lnTo>
                  <a:lnTo>
                    <a:pt x="4343400" y="25400"/>
                  </a:lnTo>
                  <a:close/>
                </a:path>
                <a:path w="8007350" h="76200">
                  <a:moveTo>
                    <a:pt x="4394200" y="25400"/>
                  </a:moveTo>
                  <a:lnTo>
                    <a:pt x="4368800" y="25400"/>
                  </a:lnTo>
                  <a:lnTo>
                    <a:pt x="4368800" y="50800"/>
                  </a:lnTo>
                  <a:lnTo>
                    <a:pt x="4394200" y="50800"/>
                  </a:lnTo>
                  <a:lnTo>
                    <a:pt x="4394200" y="25400"/>
                  </a:lnTo>
                  <a:close/>
                </a:path>
                <a:path w="8007350" h="76200">
                  <a:moveTo>
                    <a:pt x="4445000" y="25400"/>
                  </a:moveTo>
                  <a:lnTo>
                    <a:pt x="4419600" y="25400"/>
                  </a:lnTo>
                  <a:lnTo>
                    <a:pt x="4419600" y="50800"/>
                  </a:lnTo>
                  <a:lnTo>
                    <a:pt x="4445000" y="50800"/>
                  </a:lnTo>
                  <a:lnTo>
                    <a:pt x="4445000" y="25400"/>
                  </a:lnTo>
                  <a:close/>
                </a:path>
                <a:path w="8007350" h="76200">
                  <a:moveTo>
                    <a:pt x="4495800" y="25400"/>
                  </a:moveTo>
                  <a:lnTo>
                    <a:pt x="4470400" y="25400"/>
                  </a:lnTo>
                  <a:lnTo>
                    <a:pt x="4470400" y="50800"/>
                  </a:lnTo>
                  <a:lnTo>
                    <a:pt x="4495800" y="50800"/>
                  </a:lnTo>
                  <a:lnTo>
                    <a:pt x="4495800" y="25400"/>
                  </a:lnTo>
                  <a:close/>
                </a:path>
                <a:path w="8007350" h="76200">
                  <a:moveTo>
                    <a:pt x="4546600" y="25400"/>
                  </a:moveTo>
                  <a:lnTo>
                    <a:pt x="4521200" y="25400"/>
                  </a:lnTo>
                  <a:lnTo>
                    <a:pt x="4521200" y="50800"/>
                  </a:lnTo>
                  <a:lnTo>
                    <a:pt x="4546600" y="50800"/>
                  </a:lnTo>
                  <a:lnTo>
                    <a:pt x="4546600" y="25400"/>
                  </a:lnTo>
                  <a:close/>
                </a:path>
                <a:path w="8007350" h="76200">
                  <a:moveTo>
                    <a:pt x="4597400" y="25400"/>
                  </a:moveTo>
                  <a:lnTo>
                    <a:pt x="4572000" y="25400"/>
                  </a:lnTo>
                  <a:lnTo>
                    <a:pt x="4572000" y="50800"/>
                  </a:lnTo>
                  <a:lnTo>
                    <a:pt x="4597400" y="50800"/>
                  </a:lnTo>
                  <a:lnTo>
                    <a:pt x="4597400" y="25400"/>
                  </a:lnTo>
                  <a:close/>
                </a:path>
                <a:path w="8007350" h="76200">
                  <a:moveTo>
                    <a:pt x="4648200" y="25400"/>
                  </a:moveTo>
                  <a:lnTo>
                    <a:pt x="4622800" y="25400"/>
                  </a:lnTo>
                  <a:lnTo>
                    <a:pt x="4622800" y="50800"/>
                  </a:lnTo>
                  <a:lnTo>
                    <a:pt x="4648200" y="50800"/>
                  </a:lnTo>
                  <a:lnTo>
                    <a:pt x="4648200" y="25400"/>
                  </a:lnTo>
                  <a:close/>
                </a:path>
                <a:path w="8007350" h="76200">
                  <a:moveTo>
                    <a:pt x="4699000" y="25400"/>
                  </a:moveTo>
                  <a:lnTo>
                    <a:pt x="4673600" y="25400"/>
                  </a:lnTo>
                  <a:lnTo>
                    <a:pt x="4673600" y="50800"/>
                  </a:lnTo>
                  <a:lnTo>
                    <a:pt x="4699000" y="50800"/>
                  </a:lnTo>
                  <a:lnTo>
                    <a:pt x="4699000" y="25400"/>
                  </a:lnTo>
                  <a:close/>
                </a:path>
                <a:path w="8007350" h="76200">
                  <a:moveTo>
                    <a:pt x="4749800" y="25400"/>
                  </a:moveTo>
                  <a:lnTo>
                    <a:pt x="4724400" y="25400"/>
                  </a:lnTo>
                  <a:lnTo>
                    <a:pt x="4724400" y="50800"/>
                  </a:lnTo>
                  <a:lnTo>
                    <a:pt x="4749800" y="50800"/>
                  </a:lnTo>
                  <a:lnTo>
                    <a:pt x="4749800" y="25400"/>
                  </a:lnTo>
                  <a:close/>
                </a:path>
                <a:path w="8007350" h="76200">
                  <a:moveTo>
                    <a:pt x="4800600" y="25400"/>
                  </a:moveTo>
                  <a:lnTo>
                    <a:pt x="4775200" y="25400"/>
                  </a:lnTo>
                  <a:lnTo>
                    <a:pt x="4775200" y="50800"/>
                  </a:lnTo>
                  <a:lnTo>
                    <a:pt x="4800600" y="50800"/>
                  </a:lnTo>
                  <a:lnTo>
                    <a:pt x="4800600" y="25400"/>
                  </a:lnTo>
                  <a:close/>
                </a:path>
                <a:path w="8007350" h="76200">
                  <a:moveTo>
                    <a:pt x="4851400" y="25400"/>
                  </a:moveTo>
                  <a:lnTo>
                    <a:pt x="4826000" y="25400"/>
                  </a:lnTo>
                  <a:lnTo>
                    <a:pt x="4826000" y="50800"/>
                  </a:lnTo>
                  <a:lnTo>
                    <a:pt x="4851400" y="50800"/>
                  </a:lnTo>
                  <a:lnTo>
                    <a:pt x="4851400" y="25400"/>
                  </a:lnTo>
                  <a:close/>
                </a:path>
                <a:path w="8007350" h="76200">
                  <a:moveTo>
                    <a:pt x="4902200" y="25400"/>
                  </a:moveTo>
                  <a:lnTo>
                    <a:pt x="4876800" y="25400"/>
                  </a:lnTo>
                  <a:lnTo>
                    <a:pt x="4876800" y="50800"/>
                  </a:lnTo>
                  <a:lnTo>
                    <a:pt x="4902200" y="50800"/>
                  </a:lnTo>
                  <a:lnTo>
                    <a:pt x="4902200" y="25400"/>
                  </a:lnTo>
                  <a:close/>
                </a:path>
                <a:path w="8007350" h="76200">
                  <a:moveTo>
                    <a:pt x="4953000" y="25400"/>
                  </a:moveTo>
                  <a:lnTo>
                    <a:pt x="4927600" y="25400"/>
                  </a:lnTo>
                  <a:lnTo>
                    <a:pt x="4927600" y="50800"/>
                  </a:lnTo>
                  <a:lnTo>
                    <a:pt x="4953000" y="50800"/>
                  </a:lnTo>
                  <a:lnTo>
                    <a:pt x="4953000" y="25400"/>
                  </a:lnTo>
                  <a:close/>
                </a:path>
                <a:path w="8007350" h="76200">
                  <a:moveTo>
                    <a:pt x="5003800" y="25400"/>
                  </a:moveTo>
                  <a:lnTo>
                    <a:pt x="4978400" y="25400"/>
                  </a:lnTo>
                  <a:lnTo>
                    <a:pt x="4978400" y="50800"/>
                  </a:lnTo>
                  <a:lnTo>
                    <a:pt x="5003800" y="50800"/>
                  </a:lnTo>
                  <a:lnTo>
                    <a:pt x="5003800" y="25400"/>
                  </a:lnTo>
                  <a:close/>
                </a:path>
                <a:path w="8007350" h="76200">
                  <a:moveTo>
                    <a:pt x="5054600" y="25400"/>
                  </a:moveTo>
                  <a:lnTo>
                    <a:pt x="5029200" y="25400"/>
                  </a:lnTo>
                  <a:lnTo>
                    <a:pt x="5029200" y="50800"/>
                  </a:lnTo>
                  <a:lnTo>
                    <a:pt x="5054600" y="50800"/>
                  </a:lnTo>
                  <a:lnTo>
                    <a:pt x="5054600" y="25400"/>
                  </a:lnTo>
                  <a:close/>
                </a:path>
                <a:path w="8007350" h="76200">
                  <a:moveTo>
                    <a:pt x="5105400" y="25400"/>
                  </a:moveTo>
                  <a:lnTo>
                    <a:pt x="5080000" y="25400"/>
                  </a:lnTo>
                  <a:lnTo>
                    <a:pt x="5080000" y="50800"/>
                  </a:lnTo>
                  <a:lnTo>
                    <a:pt x="5105400" y="50800"/>
                  </a:lnTo>
                  <a:lnTo>
                    <a:pt x="5105400" y="25400"/>
                  </a:lnTo>
                  <a:close/>
                </a:path>
                <a:path w="8007350" h="76200">
                  <a:moveTo>
                    <a:pt x="5156200" y="25400"/>
                  </a:moveTo>
                  <a:lnTo>
                    <a:pt x="5130800" y="25400"/>
                  </a:lnTo>
                  <a:lnTo>
                    <a:pt x="5130800" y="50800"/>
                  </a:lnTo>
                  <a:lnTo>
                    <a:pt x="5156200" y="50800"/>
                  </a:lnTo>
                  <a:lnTo>
                    <a:pt x="5156200" y="25400"/>
                  </a:lnTo>
                  <a:close/>
                </a:path>
                <a:path w="8007350" h="76200">
                  <a:moveTo>
                    <a:pt x="5207000" y="25400"/>
                  </a:moveTo>
                  <a:lnTo>
                    <a:pt x="5181600" y="25400"/>
                  </a:lnTo>
                  <a:lnTo>
                    <a:pt x="5181600" y="50800"/>
                  </a:lnTo>
                  <a:lnTo>
                    <a:pt x="5207000" y="50800"/>
                  </a:lnTo>
                  <a:lnTo>
                    <a:pt x="5207000" y="25400"/>
                  </a:lnTo>
                  <a:close/>
                </a:path>
                <a:path w="8007350" h="76200">
                  <a:moveTo>
                    <a:pt x="5257800" y="25400"/>
                  </a:moveTo>
                  <a:lnTo>
                    <a:pt x="5232400" y="25400"/>
                  </a:lnTo>
                  <a:lnTo>
                    <a:pt x="5232400" y="50800"/>
                  </a:lnTo>
                  <a:lnTo>
                    <a:pt x="5257800" y="50800"/>
                  </a:lnTo>
                  <a:lnTo>
                    <a:pt x="5257800" y="25400"/>
                  </a:lnTo>
                  <a:close/>
                </a:path>
                <a:path w="8007350" h="76200">
                  <a:moveTo>
                    <a:pt x="5308600" y="25400"/>
                  </a:moveTo>
                  <a:lnTo>
                    <a:pt x="5283200" y="25400"/>
                  </a:lnTo>
                  <a:lnTo>
                    <a:pt x="5283200" y="50800"/>
                  </a:lnTo>
                  <a:lnTo>
                    <a:pt x="5308600" y="50800"/>
                  </a:lnTo>
                  <a:lnTo>
                    <a:pt x="5308600" y="25400"/>
                  </a:lnTo>
                  <a:close/>
                </a:path>
                <a:path w="8007350" h="76200">
                  <a:moveTo>
                    <a:pt x="5359400" y="25400"/>
                  </a:moveTo>
                  <a:lnTo>
                    <a:pt x="5334000" y="25400"/>
                  </a:lnTo>
                  <a:lnTo>
                    <a:pt x="5334000" y="50800"/>
                  </a:lnTo>
                  <a:lnTo>
                    <a:pt x="5359400" y="50800"/>
                  </a:lnTo>
                  <a:lnTo>
                    <a:pt x="5359400" y="25400"/>
                  </a:lnTo>
                  <a:close/>
                </a:path>
                <a:path w="8007350" h="76200">
                  <a:moveTo>
                    <a:pt x="5410200" y="25400"/>
                  </a:moveTo>
                  <a:lnTo>
                    <a:pt x="5384800" y="25400"/>
                  </a:lnTo>
                  <a:lnTo>
                    <a:pt x="5384800" y="50800"/>
                  </a:lnTo>
                  <a:lnTo>
                    <a:pt x="5410200" y="50800"/>
                  </a:lnTo>
                  <a:lnTo>
                    <a:pt x="5410200" y="25400"/>
                  </a:lnTo>
                  <a:close/>
                </a:path>
                <a:path w="8007350" h="76200">
                  <a:moveTo>
                    <a:pt x="5461000" y="25400"/>
                  </a:moveTo>
                  <a:lnTo>
                    <a:pt x="5435600" y="25400"/>
                  </a:lnTo>
                  <a:lnTo>
                    <a:pt x="5435600" y="50800"/>
                  </a:lnTo>
                  <a:lnTo>
                    <a:pt x="5461000" y="50800"/>
                  </a:lnTo>
                  <a:lnTo>
                    <a:pt x="5461000" y="25400"/>
                  </a:lnTo>
                  <a:close/>
                </a:path>
                <a:path w="8007350" h="76200">
                  <a:moveTo>
                    <a:pt x="5511800" y="25400"/>
                  </a:moveTo>
                  <a:lnTo>
                    <a:pt x="5486400" y="25400"/>
                  </a:lnTo>
                  <a:lnTo>
                    <a:pt x="5486400" y="50800"/>
                  </a:lnTo>
                  <a:lnTo>
                    <a:pt x="5511800" y="50800"/>
                  </a:lnTo>
                  <a:lnTo>
                    <a:pt x="5511800" y="25400"/>
                  </a:lnTo>
                  <a:close/>
                </a:path>
                <a:path w="8007350" h="76200">
                  <a:moveTo>
                    <a:pt x="5562600" y="25400"/>
                  </a:moveTo>
                  <a:lnTo>
                    <a:pt x="5537200" y="25400"/>
                  </a:lnTo>
                  <a:lnTo>
                    <a:pt x="5537200" y="50800"/>
                  </a:lnTo>
                  <a:lnTo>
                    <a:pt x="5562600" y="50800"/>
                  </a:lnTo>
                  <a:lnTo>
                    <a:pt x="5562600" y="25400"/>
                  </a:lnTo>
                  <a:close/>
                </a:path>
                <a:path w="8007350" h="76200">
                  <a:moveTo>
                    <a:pt x="5613400" y="25400"/>
                  </a:moveTo>
                  <a:lnTo>
                    <a:pt x="5588000" y="25400"/>
                  </a:lnTo>
                  <a:lnTo>
                    <a:pt x="5588000" y="50800"/>
                  </a:lnTo>
                  <a:lnTo>
                    <a:pt x="5613400" y="50800"/>
                  </a:lnTo>
                  <a:lnTo>
                    <a:pt x="5613400" y="25400"/>
                  </a:lnTo>
                  <a:close/>
                </a:path>
                <a:path w="8007350" h="76200">
                  <a:moveTo>
                    <a:pt x="5664200" y="25400"/>
                  </a:moveTo>
                  <a:lnTo>
                    <a:pt x="5638800" y="25400"/>
                  </a:lnTo>
                  <a:lnTo>
                    <a:pt x="5638800" y="50800"/>
                  </a:lnTo>
                  <a:lnTo>
                    <a:pt x="5664200" y="50800"/>
                  </a:lnTo>
                  <a:lnTo>
                    <a:pt x="5664200" y="25400"/>
                  </a:lnTo>
                  <a:close/>
                </a:path>
                <a:path w="8007350" h="76200">
                  <a:moveTo>
                    <a:pt x="5715000" y="25400"/>
                  </a:moveTo>
                  <a:lnTo>
                    <a:pt x="5689600" y="25400"/>
                  </a:lnTo>
                  <a:lnTo>
                    <a:pt x="5689600" y="50800"/>
                  </a:lnTo>
                  <a:lnTo>
                    <a:pt x="5715000" y="50800"/>
                  </a:lnTo>
                  <a:lnTo>
                    <a:pt x="5715000" y="25400"/>
                  </a:lnTo>
                  <a:close/>
                </a:path>
                <a:path w="8007350" h="76200">
                  <a:moveTo>
                    <a:pt x="5765800" y="25400"/>
                  </a:moveTo>
                  <a:lnTo>
                    <a:pt x="5740400" y="25400"/>
                  </a:lnTo>
                  <a:lnTo>
                    <a:pt x="5740400" y="50800"/>
                  </a:lnTo>
                  <a:lnTo>
                    <a:pt x="5765800" y="50800"/>
                  </a:lnTo>
                  <a:lnTo>
                    <a:pt x="5765800" y="25400"/>
                  </a:lnTo>
                  <a:close/>
                </a:path>
                <a:path w="8007350" h="76200">
                  <a:moveTo>
                    <a:pt x="5816600" y="25400"/>
                  </a:moveTo>
                  <a:lnTo>
                    <a:pt x="5791200" y="25400"/>
                  </a:lnTo>
                  <a:lnTo>
                    <a:pt x="5791200" y="50800"/>
                  </a:lnTo>
                  <a:lnTo>
                    <a:pt x="5816600" y="50800"/>
                  </a:lnTo>
                  <a:lnTo>
                    <a:pt x="5816600" y="25400"/>
                  </a:lnTo>
                  <a:close/>
                </a:path>
                <a:path w="8007350" h="76200">
                  <a:moveTo>
                    <a:pt x="5867400" y="25400"/>
                  </a:moveTo>
                  <a:lnTo>
                    <a:pt x="5842000" y="25400"/>
                  </a:lnTo>
                  <a:lnTo>
                    <a:pt x="5842000" y="50800"/>
                  </a:lnTo>
                  <a:lnTo>
                    <a:pt x="5867400" y="50800"/>
                  </a:lnTo>
                  <a:lnTo>
                    <a:pt x="5867400" y="25400"/>
                  </a:lnTo>
                  <a:close/>
                </a:path>
                <a:path w="8007350" h="76200">
                  <a:moveTo>
                    <a:pt x="5918200" y="25400"/>
                  </a:moveTo>
                  <a:lnTo>
                    <a:pt x="5892800" y="25400"/>
                  </a:lnTo>
                  <a:lnTo>
                    <a:pt x="5892800" y="50800"/>
                  </a:lnTo>
                  <a:lnTo>
                    <a:pt x="5918200" y="50800"/>
                  </a:lnTo>
                  <a:lnTo>
                    <a:pt x="5918200" y="25400"/>
                  </a:lnTo>
                  <a:close/>
                </a:path>
                <a:path w="8007350" h="76200">
                  <a:moveTo>
                    <a:pt x="5969000" y="25400"/>
                  </a:moveTo>
                  <a:lnTo>
                    <a:pt x="5943600" y="25400"/>
                  </a:lnTo>
                  <a:lnTo>
                    <a:pt x="5943600" y="50800"/>
                  </a:lnTo>
                  <a:lnTo>
                    <a:pt x="5969000" y="50800"/>
                  </a:lnTo>
                  <a:lnTo>
                    <a:pt x="5969000" y="25400"/>
                  </a:lnTo>
                  <a:close/>
                </a:path>
                <a:path w="8007350" h="76200">
                  <a:moveTo>
                    <a:pt x="6019800" y="25400"/>
                  </a:moveTo>
                  <a:lnTo>
                    <a:pt x="5994400" y="25400"/>
                  </a:lnTo>
                  <a:lnTo>
                    <a:pt x="5994400" y="50800"/>
                  </a:lnTo>
                  <a:lnTo>
                    <a:pt x="6019800" y="50800"/>
                  </a:lnTo>
                  <a:lnTo>
                    <a:pt x="6019800" y="25400"/>
                  </a:lnTo>
                  <a:close/>
                </a:path>
                <a:path w="8007350" h="76200">
                  <a:moveTo>
                    <a:pt x="6070600" y="25400"/>
                  </a:moveTo>
                  <a:lnTo>
                    <a:pt x="6045200" y="25400"/>
                  </a:lnTo>
                  <a:lnTo>
                    <a:pt x="6045200" y="50800"/>
                  </a:lnTo>
                  <a:lnTo>
                    <a:pt x="6070600" y="50800"/>
                  </a:lnTo>
                  <a:lnTo>
                    <a:pt x="6070600" y="25400"/>
                  </a:lnTo>
                  <a:close/>
                </a:path>
                <a:path w="8007350" h="76200">
                  <a:moveTo>
                    <a:pt x="6121400" y="25400"/>
                  </a:moveTo>
                  <a:lnTo>
                    <a:pt x="6096000" y="25400"/>
                  </a:lnTo>
                  <a:lnTo>
                    <a:pt x="6096000" y="50800"/>
                  </a:lnTo>
                  <a:lnTo>
                    <a:pt x="6121400" y="50800"/>
                  </a:lnTo>
                  <a:lnTo>
                    <a:pt x="6121400" y="25400"/>
                  </a:lnTo>
                  <a:close/>
                </a:path>
                <a:path w="8007350" h="76200">
                  <a:moveTo>
                    <a:pt x="6172200" y="25400"/>
                  </a:moveTo>
                  <a:lnTo>
                    <a:pt x="6146800" y="25400"/>
                  </a:lnTo>
                  <a:lnTo>
                    <a:pt x="6146800" y="50800"/>
                  </a:lnTo>
                  <a:lnTo>
                    <a:pt x="6172200" y="50800"/>
                  </a:lnTo>
                  <a:lnTo>
                    <a:pt x="6172200" y="25400"/>
                  </a:lnTo>
                  <a:close/>
                </a:path>
                <a:path w="8007350" h="76200">
                  <a:moveTo>
                    <a:pt x="6223000" y="25400"/>
                  </a:moveTo>
                  <a:lnTo>
                    <a:pt x="6197600" y="25400"/>
                  </a:lnTo>
                  <a:lnTo>
                    <a:pt x="6197600" y="50800"/>
                  </a:lnTo>
                  <a:lnTo>
                    <a:pt x="6223000" y="50800"/>
                  </a:lnTo>
                  <a:lnTo>
                    <a:pt x="6223000" y="25400"/>
                  </a:lnTo>
                  <a:close/>
                </a:path>
                <a:path w="8007350" h="76200">
                  <a:moveTo>
                    <a:pt x="6273800" y="25400"/>
                  </a:moveTo>
                  <a:lnTo>
                    <a:pt x="6248400" y="25400"/>
                  </a:lnTo>
                  <a:lnTo>
                    <a:pt x="6248400" y="50800"/>
                  </a:lnTo>
                  <a:lnTo>
                    <a:pt x="6273800" y="50800"/>
                  </a:lnTo>
                  <a:lnTo>
                    <a:pt x="6273800" y="25400"/>
                  </a:lnTo>
                  <a:close/>
                </a:path>
                <a:path w="8007350" h="76200">
                  <a:moveTo>
                    <a:pt x="6324600" y="25400"/>
                  </a:moveTo>
                  <a:lnTo>
                    <a:pt x="6299200" y="25400"/>
                  </a:lnTo>
                  <a:lnTo>
                    <a:pt x="6299200" y="50800"/>
                  </a:lnTo>
                  <a:lnTo>
                    <a:pt x="6324600" y="50800"/>
                  </a:lnTo>
                  <a:lnTo>
                    <a:pt x="6324600" y="25400"/>
                  </a:lnTo>
                  <a:close/>
                </a:path>
                <a:path w="8007350" h="76200">
                  <a:moveTo>
                    <a:pt x="6375400" y="25400"/>
                  </a:moveTo>
                  <a:lnTo>
                    <a:pt x="6350000" y="25400"/>
                  </a:lnTo>
                  <a:lnTo>
                    <a:pt x="6350000" y="50800"/>
                  </a:lnTo>
                  <a:lnTo>
                    <a:pt x="6375400" y="50800"/>
                  </a:lnTo>
                  <a:lnTo>
                    <a:pt x="6375400" y="25400"/>
                  </a:lnTo>
                  <a:close/>
                </a:path>
                <a:path w="8007350" h="76200">
                  <a:moveTo>
                    <a:pt x="6426200" y="25400"/>
                  </a:moveTo>
                  <a:lnTo>
                    <a:pt x="6400800" y="25400"/>
                  </a:lnTo>
                  <a:lnTo>
                    <a:pt x="6400800" y="50800"/>
                  </a:lnTo>
                  <a:lnTo>
                    <a:pt x="6426200" y="50800"/>
                  </a:lnTo>
                  <a:lnTo>
                    <a:pt x="6426200" y="25400"/>
                  </a:lnTo>
                  <a:close/>
                </a:path>
                <a:path w="8007350" h="76200">
                  <a:moveTo>
                    <a:pt x="6477000" y="25400"/>
                  </a:moveTo>
                  <a:lnTo>
                    <a:pt x="6451600" y="25400"/>
                  </a:lnTo>
                  <a:lnTo>
                    <a:pt x="6451600" y="50800"/>
                  </a:lnTo>
                  <a:lnTo>
                    <a:pt x="6477000" y="50800"/>
                  </a:lnTo>
                  <a:lnTo>
                    <a:pt x="6477000" y="25400"/>
                  </a:lnTo>
                  <a:close/>
                </a:path>
                <a:path w="8007350" h="76200">
                  <a:moveTo>
                    <a:pt x="6527800" y="25400"/>
                  </a:moveTo>
                  <a:lnTo>
                    <a:pt x="6502400" y="25400"/>
                  </a:lnTo>
                  <a:lnTo>
                    <a:pt x="6502400" y="50800"/>
                  </a:lnTo>
                  <a:lnTo>
                    <a:pt x="6527800" y="50800"/>
                  </a:lnTo>
                  <a:lnTo>
                    <a:pt x="6527800" y="25400"/>
                  </a:lnTo>
                  <a:close/>
                </a:path>
                <a:path w="8007350" h="76200">
                  <a:moveTo>
                    <a:pt x="6578600" y="25400"/>
                  </a:moveTo>
                  <a:lnTo>
                    <a:pt x="6553200" y="25400"/>
                  </a:lnTo>
                  <a:lnTo>
                    <a:pt x="6553200" y="50800"/>
                  </a:lnTo>
                  <a:lnTo>
                    <a:pt x="6578600" y="50800"/>
                  </a:lnTo>
                  <a:lnTo>
                    <a:pt x="6578600" y="25400"/>
                  </a:lnTo>
                  <a:close/>
                </a:path>
                <a:path w="8007350" h="76200">
                  <a:moveTo>
                    <a:pt x="6629400" y="25400"/>
                  </a:moveTo>
                  <a:lnTo>
                    <a:pt x="6604000" y="25400"/>
                  </a:lnTo>
                  <a:lnTo>
                    <a:pt x="6604000" y="50800"/>
                  </a:lnTo>
                  <a:lnTo>
                    <a:pt x="6629400" y="50800"/>
                  </a:lnTo>
                  <a:lnTo>
                    <a:pt x="6629400" y="25400"/>
                  </a:lnTo>
                  <a:close/>
                </a:path>
                <a:path w="8007350" h="76200">
                  <a:moveTo>
                    <a:pt x="6680200" y="25400"/>
                  </a:moveTo>
                  <a:lnTo>
                    <a:pt x="6654800" y="25400"/>
                  </a:lnTo>
                  <a:lnTo>
                    <a:pt x="6654800" y="50800"/>
                  </a:lnTo>
                  <a:lnTo>
                    <a:pt x="6680200" y="50800"/>
                  </a:lnTo>
                  <a:lnTo>
                    <a:pt x="6680200" y="25400"/>
                  </a:lnTo>
                  <a:close/>
                </a:path>
                <a:path w="8007350" h="76200">
                  <a:moveTo>
                    <a:pt x="6731000" y="25400"/>
                  </a:moveTo>
                  <a:lnTo>
                    <a:pt x="6705600" y="25400"/>
                  </a:lnTo>
                  <a:lnTo>
                    <a:pt x="6705600" y="50800"/>
                  </a:lnTo>
                  <a:lnTo>
                    <a:pt x="6731000" y="50800"/>
                  </a:lnTo>
                  <a:lnTo>
                    <a:pt x="6731000" y="25400"/>
                  </a:lnTo>
                  <a:close/>
                </a:path>
                <a:path w="8007350" h="76200">
                  <a:moveTo>
                    <a:pt x="6781800" y="25400"/>
                  </a:moveTo>
                  <a:lnTo>
                    <a:pt x="6756400" y="25400"/>
                  </a:lnTo>
                  <a:lnTo>
                    <a:pt x="6756400" y="50800"/>
                  </a:lnTo>
                  <a:lnTo>
                    <a:pt x="6781800" y="50800"/>
                  </a:lnTo>
                  <a:lnTo>
                    <a:pt x="6781800" y="25400"/>
                  </a:lnTo>
                  <a:close/>
                </a:path>
                <a:path w="8007350" h="76200">
                  <a:moveTo>
                    <a:pt x="6832600" y="25400"/>
                  </a:moveTo>
                  <a:lnTo>
                    <a:pt x="6807200" y="25400"/>
                  </a:lnTo>
                  <a:lnTo>
                    <a:pt x="6807200" y="50800"/>
                  </a:lnTo>
                  <a:lnTo>
                    <a:pt x="6832600" y="50800"/>
                  </a:lnTo>
                  <a:lnTo>
                    <a:pt x="6832600" y="25400"/>
                  </a:lnTo>
                  <a:close/>
                </a:path>
                <a:path w="8007350" h="76200">
                  <a:moveTo>
                    <a:pt x="6883400" y="25400"/>
                  </a:moveTo>
                  <a:lnTo>
                    <a:pt x="6858000" y="25400"/>
                  </a:lnTo>
                  <a:lnTo>
                    <a:pt x="6858000" y="50800"/>
                  </a:lnTo>
                  <a:lnTo>
                    <a:pt x="6883400" y="50800"/>
                  </a:lnTo>
                  <a:lnTo>
                    <a:pt x="6883400" y="25400"/>
                  </a:lnTo>
                  <a:close/>
                </a:path>
                <a:path w="8007350" h="76200">
                  <a:moveTo>
                    <a:pt x="6934200" y="25400"/>
                  </a:moveTo>
                  <a:lnTo>
                    <a:pt x="6908800" y="25400"/>
                  </a:lnTo>
                  <a:lnTo>
                    <a:pt x="6908800" y="50800"/>
                  </a:lnTo>
                  <a:lnTo>
                    <a:pt x="6934200" y="50800"/>
                  </a:lnTo>
                  <a:lnTo>
                    <a:pt x="6934200" y="25400"/>
                  </a:lnTo>
                  <a:close/>
                </a:path>
                <a:path w="8007350" h="76200">
                  <a:moveTo>
                    <a:pt x="6985000" y="25400"/>
                  </a:moveTo>
                  <a:lnTo>
                    <a:pt x="6959600" y="25400"/>
                  </a:lnTo>
                  <a:lnTo>
                    <a:pt x="6959600" y="50800"/>
                  </a:lnTo>
                  <a:lnTo>
                    <a:pt x="6985000" y="50800"/>
                  </a:lnTo>
                  <a:lnTo>
                    <a:pt x="6985000" y="25400"/>
                  </a:lnTo>
                  <a:close/>
                </a:path>
                <a:path w="8007350" h="76200">
                  <a:moveTo>
                    <a:pt x="7035800" y="25400"/>
                  </a:moveTo>
                  <a:lnTo>
                    <a:pt x="7010400" y="25400"/>
                  </a:lnTo>
                  <a:lnTo>
                    <a:pt x="7010400" y="50800"/>
                  </a:lnTo>
                  <a:lnTo>
                    <a:pt x="7035800" y="50800"/>
                  </a:lnTo>
                  <a:lnTo>
                    <a:pt x="7035800" y="25400"/>
                  </a:lnTo>
                  <a:close/>
                </a:path>
                <a:path w="8007350" h="76200">
                  <a:moveTo>
                    <a:pt x="7086600" y="25400"/>
                  </a:moveTo>
                  <a:lnTo>
                    <a:pt x="7061200" y="25400"/>
                  </a:lnTo>
                  <a:lnTo>
                    <a:pt x="7061200" y="50800"/>
                  </a:lnTo>
                  <a:lnTo>
                    <a:pt x="7086600" y="50800"/>
                  </a:lnTo>
                  <a:lnTo>
                    <a:pt x="7086600" y="25400"/>
                  </a:lnTo>
                  <a:close/>
                </a:path>
                <a:path w="8007350" h="76200">
                  <a:moveTo>
                    <a:pt x="7137400" y="25400"/>
                  </a:moveTo>
                  <a:lnTo>
                    <a:pt x="7112000" y="25400"/>
                  </a:lnTo>
                  <a:lnTo>
                    <a:pt x="7112000" y="50800"/>
                  </a:lnTo>
                  <a:lnTo>
                    <a:pt x="7137400" y="50800"/>
                  </a:lnTo>
                  <a:lnTo>
                    <a:pt x="7137400" y="25400"/>
                  </a:lnTo>
                  <a:close/>
                </a:path>
                <a:path w="8007350" h="76200">
                  <a:moveTo>
                    <a:pt x="7188200" y="25400"/>
                  </a:moveTo>
                  <a:lnTo>
                    <a:pt x="7162800" y="25400"/>
                  </a:lnTo>
                  <a:lnTo>
                    <a:pt x="7162800" y="50800"/>
                  </a:lnTo>
                  <a:lnTo>
                    <a:pt x="7188200" y="50800"/>
                  </a:lnTo>
                  <a:lnTo>
                    <a:pt x="7188200" y="25400"/>
                  </a:lnTo>
                  <a:close/>
                </a:path>
                <a:path w="8007350" h="76200">
                  <a:moveTo>
                    <a:pt x="7239000" y="25400"/>
                  </a:moveTo>
                  <a:lnTo>
                    <a:pt x="7213600" y="25400"/>
                  </a:lnTo>
                  <a:lnTo>
                    <a:pt x="7213600" y="50800"/>
                  </a:lnTo>
                  <a:lnTo>
                    <a:pt x="7239000" y="50800"/>
                  </a:lnTo>
                  <a:lnTo>
                    <a:pt x="7239000" y="25400"/>
                  </a:lnTo>
                  <a:close/>
                </a:path>
                <a:path w="8007350" h="76200">
                  <a:moveTo>
                    <a:pt x="7289800" y="25400"/>
                  </a:moveTo>
                  <a:lnTo>
                    <a:pt x="7264400" y="25400"/>
                  </a:lnTo>
                  <a:lnTo>
                    <a:pt x="7264400" y="50800"/>
                  </a:lnTo>
                  <a:lnTo>
                    <a:pt x="7289800" y="50800"/>
                  </a:lnTo>
                  <a:lnTo>
                    <a:pt x="7289800" y="25400"/>
                  </a:lnTo>
                  <a:close/>
                </a:path>
                <a:path w="8007350" h="76200">
                  <a:moveTo>
                    <a:pt x="7340600" y="25400"/>
                  </a:moveTo>
                  <a:lnTo>
                    <a:pt x="7315200" y="25400"/>
                  </a:lnTo>
                  <a:lnTo>
                    <a:pt x="7315200" y="50800"/>
                  </a:lnTo>
                  <a:lnTo>
                    <a:pt x="7340600" y="50800"/>
                  </a:lnTo>
                  <a:lnTo>
                    <a:pt x="7340600" y="25400"/>
                  </a:lnTo>
                  <a:close/>
                </a:path>
                <a:path w="8007350" h="76200">
                  <a:moveTo>
                    <a:pt x="7391400" y="25400"/>
                  </a:moveTo>
                  <a:lnTo>
                    <a:pt x="7366000" y="25400"/>
                  </a:lnTo>
                  <a:lnTo>
                    <a:pt x="7366000" y="50800"/>
                  </a:lnTo>
                  <a:lnTo>
                    <a:pt x="7391400" y="50800"/>
                  </a:lnTo>
                  <a:lnTo>
                    <a:pt x="7391400" y="25400"/>
                  </a:lnTo>
                  <a:close/>
                </a:path>
                <a:path w="8007350" h="76200">
                  <a:moveTo>
                    <a:pt x="7442200" y="25400"/>
                  </a:moveTo>
                  <a:lnTo>
                    <a:pt x="7416800" y="25400"/>
                  </a:lnTo>
                  <a:lnTo>
                    <a:pt x="7416800" y="50800"/>
                  </a:lnTo>
                  <a:lnTo>
                    <a:pt x="7442200" y="50800"/>
                  </a:lnTo>
                  <a:lnTo>
                    <a:pt x="7442200" y="25400"/>
                  </a:lnTo>
                  <a:close/>
                </a:path>
                <a:path w="8007350" h="76200">
                  <a:moveTo>
                    <a:pt x="7493000" y="25400"/>
                  </a:moveTo>
                  <a:lnTo>
                    <a:pt x="7467600" y="25400"/>
                  </a:lnTo>
                  <a:lnTo>
                    <a:pt x="7467600" y="50800"/>
                  </a:lnTo>
                  <a:lnTo>
                    <a:pt x="7493000" y="50800"/>
                  </a:lnTo>
                  <a:lnTo>
                    <a:pt x="7493000" y="25400"/>
                  </a:lnTo>
                  <a:close/>
                </a:path>
                <a:path w="8007350" h="76200">
                  <a:moveTo>
                    <a:pt x="7543800" y="25400"/>
                  </a:moveTo>
                  <a:lnTo>
                    <a:pt x="7518400" y="25400"/>
                  </a:lnTo>
                  <a:lnTo>
                    <a:pt x="7518400" y="50800"/>
                  </a:lnTo>
                  <a:lnTo>
                    <a:pt x="7543800" y="50800"/>
                  </a:lnTo>
                  <a:lnTo>
                    <a:pt x="7543800" y="25400"/>
                  </a:lnTo>
                  <a:close/>
                </a:path>
                <a:path w="8007350" h="76200">
                  <a:moveTo>
                    <a:pt x="7594600" y="25400"/>
                  </a:moveTo>
                  <a:lnTo>
                    <a:pt x="7569200" y="25400"/>
                  </a:lnTo>
                  <a:lnTo>
                    <a:pt x="7569200" y="50800"/>
                  </a:lnTo>
                  <a:lnTo>
                    <a:pt x="7594600" y="50800"/>
                  </a:lnTo>
                  <a:lnTo>
                    <a:pt x="7594600" y="25400"/>
                  </a:lnTo>
                  <a:close/>
                </a:path>
                <a:path w="8007350" h="76200">
                  <a:moveTo>
                    <a:pt x="7645400" y="25400"/>
                  </a:moveTo>
                  <a:lnTo>
                    <a:pt x="7620000" y="25400"/>
                  </a:lnTo>
                  <a:lnTo>
                    <a:pt x="7620000" y="50800"/>
                  </a:lnTo>
                  <a:lnTo>
                    <a:pt x="7645400" y="50800"/>
                  </a:lnTo>
                  <a:lnTo>
                    <a:pt x="7645400" y="25400"/>
                  </a:lnTo>
                  <a:close/>
                </a:path>
                <a:path w="8007350" h="76200">
                  <a:moveTo>
                    <a:pt x="7696200" y="25400"/>
                  </a:moveTo>
                  <a:lnTo>
                    <a:pt x="7670800" y="25400"/>
                  </a:lnTo>
                  <a:lnTo>
                    <a:pt x="7670800" y="50800"/>
                  </a:lnTo>
                  <a:lnTo>
                    <a:pt x="7696200" y="50800"/>
                  </a:lnTo>
                  <a:lnTo>
                    <a:pt x="7696200" y="25400"/>
                  </a:lnTo>
                  <a:close/>
                </a:path>
                <a:path w="8007350" h="76200">
                  <a:moveTo>
                    <a:pt x="7747000" y="25400"/>
                  </a:moveTo>
                  <a:lnTo>
                    <a:pt x="7721600" y="25400"/>
                  </a:lnTo>
                  <a:lnTo>
                    <a:pt x="7721600" y="50800"/>
                  </a:lnTo>
                  <a:lnTo>
                    <a:pt x="7747000" y="50800"/>
                  </a:lnTo>
                  <a:lnTo>
                    <a:pt x="7747000" y="25400"/>
                  </a:lnTo>
                  <a:close/>
                </a:path>
                <a:path w="8007350" h="76200">
                  <a:moveTo>
                    <a:pt x="7797800" y="25400"/>
                  </a:moveTo>
                  <a:lnTo>
                    <a:pt x="7772400" y="25400"/>
                  </a:lnTo>
                  <a:lnTo>
                    <a:pt x="7772400" y="50800"/>
                  </a:lnTo>
                  <a:lnTo>
                    <a:pt x="7797800" y="50800"/>
                  </a:lnTo>
                  <a:lnTo>
                    <a:pt x="7797800" y="25400"/>
                  </a:lnTo>
                  <a:close/>
                </a:path>
                <a:path w="8007350" h="76200">
                  <a:moveTo>
                    <a:pt x="7848600" y="25400"/>
                  </a:moveTo>
                  <a:lnTo>
                    <a:pt x="7823200" y="25400"/>
                  </a:lnTo>
                  <a:lnTo>
                    <a:pt x="7823200" y="50800"/>
                  </a:lnTo>
                  <a:lnTo>
                    <a:pt x="7848600" y="50800"/>
                  </a:lnTo>
                  <a:lnTo>
                    <a:pt x="7848600" y="25400"/>
                  </a:lnTo>
                  <a:close/>
                </a:path>
                <a:path w="8007350" h="76200">
                  <a:moveTo>
                    <a:pt x="7899400" y="25400"/>
                  </a:moveTo>
                  <a:lnTo>
                    <a:pt x="7874000" y="25400"/>
                  </a:lnTo>
                  <a:lnTo>
                    <a:pt x="7874000" y="50800"/>
                  </a:lnTo>
                  <a:lnTo>
                    <a:pt x="7899400" y="50800"/>
                  </a:lnTo>
                  <a:lnTo>
                    <a:pt x="7899400" y="25400"/>
                  </a:lnTo>
                  <a:close/>
                </a:path>
                <a:path w="8007350" h="76200">
                  <a:moveTo>
                    <a:pt x="7968995" y="0"/>
                  </a:moveTo>
                  <a:lnTo>
                    <a:pt x="7954148" y="2988"/>
                  </a:lnTo>
                  <a:lnTo>
                    <a:pt x="7942040" y="11144"/>
                  </a:lnTo>
                  <a:lnTo>
                    <a:pt x="7933884" y="23252"/>
                  </a:lnTo>
                  <a:lnTo>
                    <a:pt x="7930895" y="38100"/>
                  </a:lnTo>
                  <a:lnTo>
                    <a:pt x="7933884" y="52947"/>
                  </a:lnTo>
                  <a:lnTo>
                    <a:pt x="7942040" y="65055"/>
                  </a:lnTo>
                  <a:lnTo>
                    <a:pt x="7954148" y="73211"/>
                  </a:lnTo>
                  <a:lnTo>
                    <a:pt x="7968995" y="76200"/>
                  </a:lnTo>
                  <a:lnTo>
                    <a:pt x="7983843" y="73211"/>
                  </a:lnTo>
                  <a:lnTo>
                    <a:pt x="7995951" y="65055"/>
                  </a:lnTo>
                  <a:lnTo>
                    <a:pt x="8004107" y="52947"/>
                  </a:lnTo>
                  <a:lnTo>
                    <a:pt x="8004539" y="50800"/>
                  </a:lnTo>
                  <a:lnTo>
                    <a:pt x="7950200" y="50800"/>
                  </a:lnTo>
                  <a:lnTo>
                    <a:pt x="7950200" y="25400"/>
                  </a:lnTo>
                  <a:lnTo>
                    <a:pt x="8004539" y="25400"/>
                  </a:lnTo>
                  <a:lnTo>
                    <a:pt x="8004107" y="23252"/>
                  </a:lnTo>
                  <a:lnTo>
                    <a:pt x="7995951" y="11144"/>
                  </a:lnTo>
                  <a:lnTo>
                    <a:pt x="7983843" y="2988"/>
                  </a:lnTo>
                  <a:lnTo>
                    <a:pt x="7968995" y="0"/>
                  </a:lnTo>
                  <a:close/>
                </a:path>
                <a:path w="8007350" h="76200">
                  <a:moveTo>
                    <a:pt x="7933452" y="25400"/>
                  </a:moveTo>
                  <a:lnTo>
                    <a:pt x="7924800" y="25400"/>
                  </a:lnTo>
                  <a:lnTo>
                    <a:pt x="7924800" y="50800"/>
                  </a:lnTo>
                  <a:lnTo>
                    <a:pt x="7933452" y="50800"/>
                  </a:lnTo>
                  <a:lnTo>
                    <a:pt x="7930895" y="38100"/>
                  </a:lnTo>
                  <a:lnTo>
                    <a:pt x="7933452" y="25400"/>
                  </a:lnTo>
                  <a:close/>
                </a:path>
                <a:path w="8007350" h="76200">
                  <a:moveTo>
                    <a:pt x="8004539" y="25400"/>
                  </a:moveTo>
                  <a:lnTo>
                    <a:pt x="7950200" y="25400"/>
                  </a:lnTo>
                  <a:lnTo>
                    <a:pt x="7950200" y="50800"/>
                  </a:lnTo>
                  <a:lnTo>
                    <a:pt x="8004539" y="50800"/>
                  </a:lnTo>
                  <a:lnTo>
                    <a:pt x="8007095" y="38100"/>
                  </a:lnTo>
                  <a:lnTo>
                    <a:pt x="8004539" y="2540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573" y="4286630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4">
                  <a:moveTo>
                    <a:pt x="159753" y="0"/>
                  </a:moveTo>
                  <a:lnTo>
                    <a:pt x="0" y="159766"/>
                  </a:lnTo>
                  <a:lnTo>
                    <a:pt x="159753" y="319405"/>
                  </a:lnTo>
                  <a:lnTo>
                    <a:pt x="1597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0326" y="4286630"/>
              <a:ext cx="160020" cy="319405"/>
            </a:xfrm>
            <a:custGeom>
              <a:avLst/>
              <a:gdLst/>
              <a:ahLst/>
              <a:cxnLst/>
              <a:rect l="l" t="t" r="r" b="b"/>
              <a:pathLst>
                <a:path w="160020" h="319404">
                  <a:moveTo>
                    <a:pt x="0" y="0"/>
                  </a:moveTo>
                  <a:lnTo>
                    <a:pt x="0" y="319405"/>
                  </a:lnTo>
                  <a:lnTo>
                    <a:pt x="159753" y="159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1398" y="5132451"/>
            <a:ext cx="8354695" cy="320040"/>
            <a:chOff x="371398" y="5132451"/>
            <a:chExt cx="8354695" cy="320040"/>
          </a:xfrm>
        </p:grpSpPr>
        <p:sp>
          <p:nvSpPr>
            <p:cNvPr id="23" name="object 23"/>
            <p:cNvSpPr/>
            <p:nvPr/>
          </p:nvSpPr>
          <p:spPr>
            <a:xfrm>
              <a:off x="720089" y="5273802"/>
              <a:ext cx="8006080" cy="76200"/>
            </a:xfrm>
            <a:custGeom>
              <a:avLst/>
              <a:gdLst/>
              <a:ahLst/>
              <a:cxnLst/>
              <a:rect l="l" t="t" r="r" b="b"/>
              <a:pathLst>
                <a:path w="8006080" h="76200">
                  <a:moveTo>
                    <a:pt x="254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5400" y="50800"/>
                  </a:lnTo>
                  <a:lnTo>
                    <a:pt x="25400" y="25400"/>
                  </a:lnTo>
                  <a:close/>
                </a:path>
                <a:path w="8006080" h="76200">
                  <a:moveTo>
                    <a:pt x="76200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8006080" h="76200">
                  <a:moveTo>
                    <a:pt x="127000" y="25400"/>
                  </a:moveTo>
                  <a:lnTo>
                    <a:pt x="101600" y="25400"/>
                  </a:lnTo>
                  <a:lnTo>
                    <a:pt x="101600" y="50800"/>
                  </a:lnTo>
                  <a:lnTo>
                    <a:pt x="127000" y="50800"/>
                  </a:lnTo>
                  <a:lnTo>
                    <a:pt x="127000" y="25400"/>
                  </a:lnTo>
                  <a:close/>
                </a:path>
                <a:path w="8006080" h="76200">
                  <a:moveTo>
                    <a:pt x="177800" y="25400"/>
                  </a:moveTo>
                  <a:lnTo>
                    <a:pt x="152400" y="25400"/>
                  </a:lnTo>
                  <a:lnTo>
                    <a:pt x="152400" y="50800"/>
                  </a:lnTo>
                  <a:lnTo>
                    <a:pt x="177800" y="50800"/>
                  </a:lnTo>
                  <a:lnTo>
                    <a:pt x="177800" y="25400"/>
                  </a:lnTo>
                  <a:close/>
                </a:path>
                <a:path w="8006080" h="76200">
                  <a:moveTo>
                    <a:pt x="228600" y="25400"/>
                  </a:moveTo>
                  <a:lnTo>
                    <a:pt x="203200" y="25400"/>
                  </a:lnTo>
                  <a:lnTo>
                    <a:pt x="203200" y="50800"/>
                  </a:lnTo>
                  <a:lnTo>
                    <a:pt x="228600" y="50800"/>
                  </a:lnTo>
                  <a:lnTo>
                    <a:pt x="228600" y="25400"/>
                  </a:lnTo>
                  <a:close/>
                </a:path>
                <a:path w="8006080" h="76200">
                  <a:moveTo>
                    <a:pt x="279400" y="25400"/>
                  </a:moveTo>
                  <a:lnTo>
                    <a:pt x="254000" y="25400"/>
                  </a:lnTo>
                  <a:lnTo>
                    <a:pt x="254000" y="50800"/>
                  </a:lnTo>
                  <a:lnTo>
                    <a:pt x="279400" y="50800"/>
                  </a:lnTo>
                  <a:lnTo>
                    <a:pt x="279400" y="25400"/>
                  </a:lnTo>
                  <a:close/>
                </a:path>
                <a:path w="8006080" h="76200">
                  <a:moveTo>
                    <a:pt x="330200" y="25400"/>
                  </a:moveTo>
                  <a:lnTo>
                    <a:pt x="304800" y="25400"/>
                  </a:lnTo>
                  <a:lnTo>
                    <a:pt x="304800" y="50800"/>
                  </a:lnTo>
                  <a:lnTo>
                    <a:pt x="330200" y="50800"/>
                  </a:lnTo>
                  <a:lnTo>
                    <a:pt x="330200" y="25400"/>
                  </a:lnTo>
                  <a:close/>
                </a:path>
                <a:path w="8006080" h="76200">
                  <a:moveTo>
                    <a:pt x="381000" y="25400"/>
                  </a:moveTo>
                  <a:lnTo>
                    <a:pt x="355600" y="25400"/>
                  </a:lnTo>
                  <a:lnTo>
                    <a:pt x="355600" y="50800"/>
                  </a:lnTo>
                  <a:lnTo>
                    <a:pt x="381000" y="50800"/>
                  </a:lnTo>
                  <a:lnTo>
                    <a:pt x="381000" y="25400"/>
                  </a:lnTo>
                  <a:close/>
                </a:path>
                <a:path w="8006080" h="76200">
                  <a:moveTo>
                    <a:pt x="431800" y="25400"/>
                  </a:moveTo>
                  <a:lnTo>
                    <a:pt x="406400" y="25400"/>
                  </a:lnTo>
                  <a:lnTo>
                    <a:pt x="406400" y="50800"/>
                  </a:lnTo>
                  <a:lnTo>
                    <a:pt x="431800" y="50800"/>
                  </a:lnTo>
                  <a:lnTo>
                    <a:pt x="431800" y="25400"/>
                  </a:lnTo>
                  <a:close/>
                </a:path>
                <a:path w="8006080" h="76200">
                  <a:moveTo>
                    <a:pt x="482600" y="25400"/>
                  </a:moveTo>
                  <a:lnTo>
                    <a:pt x="457200" y="25400"/>
                  </a:lnTo>
                  <a:lnTo>
                    <a:pt x="457200" y="50800"/>
                  </a:lnTo>
                  <a:lnTo>
                    <a:pt x="482600" y="50800"/>
                  </a:lnTo>
                  <a:lnTo>
                    <a:pt x="482600" y="25400"/>
                  </a:lnTo>
                  <a:close/>
                </a:path>
                <a:path w="8006080" h="76200">
                  <a:moveTo>
                    <a:pt x="533400" y="25400"/>
                  </a:moveTo>
                  <a:lnTo>
                    <a:pt x="508000" y="25400"/>
                  </a:lnTo>
                  <a:lnTo>
                    <a:pt x="508000" y="50800"/>
                  </a:lnTo>
                  <a:lnTo>
                    <a:pt x="533400" y="50800"/>
                  </a:lnTo>
                  <a:lnTo>
                    <a:pt x="533400" y="25400"/>
                  </a:lnTo>
                  <a:close/>
                </a:path>
                <a:path w="8006080" h="76200">
                  <a:moveTo>
                    <a:pt x="584200" y="25400"/>
                  </a:moveTo>
                  <a:lnTo>
                    <a:pt x="558800" y="25400"/>
                  </a:lnTo>
                  <a:lnTo>
                    <a:pt x="558800" y="50800"/>
                  </a:lnTo>
                  <a:lnTo>
                    <a:pt x="584200" y="50800"/>
                  </a:lnTo>
                  <a:lnTo>
                    <a:pt x="584200" y="25400"/>
                  </a:lnTo>
                  <a:close/>
                </a:path>
                <a:path w="8006080" h="76200">
                  <a:moveTo>
                    <a:pt x="635000" y="25400"/>
                  </a:moveTo>
                  <a:lnTo>
                    <a:pt x="609600" y="25400"/>
                  </a:lnTo>
                  <a:lnTo>
                    <a:pt x="609600" y="50800"/>
                  </a:lnTo>
                  <a:lnTo>
                    <a:pt x="635000" y="50800"/>
                  </a:lnTo>
                  <a:lnTo>
                    <a:pt x="635000" y="25400"/>
                  </a:lnTo>
                  <a:close/>
                </a:path>
                <a:path w="8006080" h="76200">
                  <a:moveTo>
                    <a:pt x="685800" y="25400"/>
                  </a:moveTo>
                  <a:lnTo>
                    <a:pt x="660400" y="25400"/>
                  </a:lnTo>
                  <a:lnTo>
                    <a:pt x="660400" y="50800"/>
                  </a:lnTo>
                  <a:lnTo>
                    <a:pt x="685800" y="50800"/>
                  </a:lnTo>
                  <a:lnTo>
                    <a:pt x="685800" y="25400"/>
                  </a:lnTo>
                  <a:close/>
                </a:path>
                <a:path w="8006080" h="76200">
                  <a:moveTo>
                    <a:pt x="736600" y="25400"/>
                  </a:moveTo>
                  <a:lnTo>
                    <a:pt x="711200" y="25400"/>
                  </a:lnTo>
                  <a:lnTo>
                    <a:pt x="711200" y="50800"/>
                  </a:lnTo>
                  <a:lnTo>
                    <a:pt x="736600" y="50800"/>
                  </a:lnTo>
                  <a:lnTo>
                    <a:pt x="736600" y="25400"/>
                  </a:lnTo>
                  <a:close/>
                </a:path>
                <a:path w="8006080" h="76200">
                  <a:moveTo>
                    <a:pt x="787400" y="25400"/>
                  </a:moveTo>
                  <a:lnTo>
                    <a:pt x="762000" y="25400"/>
                  </a:lnTo>
                  <a:lnTo>
                    <a:pt x="762000" y="50800"/>
                  </a:lnTo>
                  <a:lnTo>
                    <a:pt x="787400" y="50800"/>
                  </a:lnTo>
                  <a:lnTo>
                    <a:pt x="787400" y="25400"/>
                  </a:lnTo>
                  <a:close/>
                </a:path>
                <a:path w="8006080" h="76200">
                  <a:moveTo>
                    <a:pt x="838200" y="25400"/>
                  </a:moveTo>
                  <a:lnTo>
                    <a:pt x="812800" y="25400"/>
                  </a:lnTo>
                  <a:lnTo>
                    <a:pt x="812800" y="50800"/>
                  </a:lnTo>
                  <a:lnTo>
                    <a:pt x="838200" y="50800"/>
                  </a:lnTo>
                  <a:lnTo>
                    <a:pt x="838200" y="25400"/>
                  </a:lnTo>
                  <a:close/>
                </a:path>
                <a:path w="8006080" h="76200">
                  <a:moveTo>
                    <a:pt x="889000" y="25400"/>
                  </a:moveTo>
                  <a:lnTo>
                    <a:pt x="863600" y="25400"/>
                  </a:lnTo>
                  <a:lnTo>
                    <a:pt x="863600" y="50800"/>
                  </a:lnTo>
                  <a:lnTo>
                    <a:pt x="889000" y="50800"/>
                  </a:lnTo>
                  <a:lnTo>
                    <a:pt x="889000" y="25400"/>
                  </a:lnTo>
                  <a:close/>
                </a:path>
                <a:path w="8006080" h="76200">
                  <a:moveTo>
                    <a:pt x="939799" y="25400"/>
                  </a:moveTo>
                  <a:lnTo>
                    <a:pt x="914399" y="25400"/>
                  </a:lnTo>
                  <a:lnTo>
                    <a:pt x="914399" y="50800"/>
                  </a:lnTo>
                  <a:lnTo>
                    <a:pt x="939799" y="50800"/>
                  </a:lnTo>
                  <a:lnTo>
                    <a:pt x="939799" y="25400"/>
                  </a:lnTo>
                  <a:close/>
                </a:path>
                <a:path w="8006080" h="76200">
                  <a:moveTo>
                    <a:pt x="990599" y="25400"/>
                  </a:moveTo>
                  <a:lnTo>
                    <a:pt x="965199" y="25400"/>
                  </a:lnTo>
                  <a:lnTo>
                    <a:pt x="965199" y="50800"/>
                  </a:lnTo>
                  <a:lnTo>
                    <a:pt x="990599" y="50800"/>
                  </a:lnTo>
                  <a:lnTo>
                    <a:pt x="990599" y="25400"/>
                  </a:lnTo>
                  <a:close/>
                </a:path>
                <a:path w="8006080" h="76200">
                  <a:moveTo>
                    <a:pt x="1041399" y="25400"/>
                  </a:moveTo>
                  <a:lnTo>
                    <a:pt x="1015999" y="25400"/>
                  </a:lnTo>
                  <a:lnTo>
                    <a:pt x="1015999" y="50800"/>
                  </a:lnTo>
                  <a:lnTo>
                    <a:pt x="1041399" y="50800"/>
                  </a:lnTo>
                  <a:lnTo>
                    <a:pt x="1041399" y="25400"/>
                  </a:lnTo>
                  <a:close/>
                </a:path>
                <a:path w="8006080" h="76200">
                  <a:moveTo>
                    <a:pt x="1092199" y="25400"/>
                  </a:moveTo>
                  <a:lnTo>
                    <a:pt x="1066799" y="25400"/>
                  </a:lnTo>
                  <a:lnTo>
                    <a:pt x="1066799" y="50800"/>
                  </a:lnTo>
                  <a:lnTo>
                    <a:pt x="1092199" y="50800"/>
                  </a:lnTo>
                  <a:lnTo>
                    <a:pt x="1092199" y="25400"/>
                  </a:lnTo>
                  <a:close/>
                </a:path>
                <a:path w="8006080" h="76200">
                  <a:moveTo>
                    <a:pt x="1142999" y="25400"/>
                  </a:moveTo>
                  <a:lnTo>
                    <a:pt x="1117599" y="25400"/>
                  </a:lnTo>
                  <a:lnTo>
                    <a:pt x="1117599" y="50800"/>
                  </a:lnTo>
                  <a:lnTo>
                    <a:pt x="1142999" y="50800"/>
                  </a:lnTo>
                  <a:lnTo>
                    <a:pt x="1142999" y="25400"/>
                  </a:lnTo>
                  <a:close/>
                </a:path>
                <a:path w="8006080" h="76200">
                  <a:moveTo>
                    <a:pt x="1193799" y="25400"/>
                  </a:moveTo>
                  <a:lnTo>
                    <a:pt x="1168399" y="25400"/>
                  </a:lnTo>
                  <a:lnTo>
                    <a:pt x="1168399" y="50800"/>
                  </a:lnTo>
                  <a:lnTo>
                    <a:pt x="1193799" y="50800"/>
                  </a:lnTo>
                  <a:lnTo>
                    <a:pt x="1193799" y="25400"/>
                  </a:lnTo>
                  <a:close/>
                </a:path>
                <a:path w="8006080" h="76200">
                  <a:moveTo>
                    <a:pt x="1244599" y="25400"/>
                  </a:moveTo>
                  <a:lnTo>
                    <a:pt x="1219199" y="25400"/>
                  </a:lnTo>
                  <a:lnTo>
                    <a:pt x="1219199" y="50800"/>
                  </a:lnTo>
                  <a:lnTo>
                    <a:pt x="1244599" y="50800"/>
                  </a:lnTo>
                  <a:lnTo>
                    <a:pt x="1244599" y="25400"/>
                  </a:lnTo>
                  <a:close/>
                </a:path>
                <a:path w="8006080" h="76200">
                  <a:moveTo>
                    <a:pt x="1295399" y="25400"/>
                  </a:moveTo>
                  <a:lnTo>
                    <a:pt x="1269999" y="25400"/>
                  </a:lnTo>
                  <a:lnTo>
                    <a:pt x="1269999" y="50800"/>
                  </a:lnTo>
                  <a:lnTo>
                    <a:pt x="1295399" y="50800"/>
                  </a:lnTo>
                  <a:lnTo>
                    <a:pt x="1295399" y="25400"/>
                  </a:lnTo>
                  <a:close/>
                </a:path>
                <a:path w="8006080" h="76200">
                  <a:moveTo>
                    <a:pt x="1346199" y="25400"/>
                  </a:moveTo>
                  <a:lnTo>
                    <a:pt x="1320799" y="25400"/>
                  </a:lnTo>
                  <a:lnTo>
                    <a:pt x="1320799" y="50800"/>
                  </a:lnTo>
                  <a:lnTo>
                    <a:pt x="1346199" y="50800"/>
                  </a:lnTo>
                  <a:lnTo>
                    <a:pt x="1346199" y="25400"/>
                  </a:lnTo>
                  <a:close/>
                </a:path>
                <a:path w="8006080" h="76200">
                  <a:moveTo>
                    <a:pt x="1396999" y="25400"/>
                  </a:moveTo>
                  <a:lnTo>
                    <a:pt x="1371599" y="25400"/>
                  </a:lnTo>
                  <a:lnTo>
                    <a:pt x="1371599" y="50800"/>
                  </a:lnTo>
                  <a:lnTo>
                    <a:pt x="1396999" y="50800"/>
                  </a:lnTo>
                  <a:lnTo>
                    <a:pt x="1396999" y="25400"/>
                  </a:lnTo>
                  <a:close/>
                </a:path>
                <a:path w="8006080" h="76200">
                  <a:moveTo>
                    <a:pt x="1447799" y="25400"/>
                  </a:moveTo>
                  <a:lnTo>
                    <a:pt x="1422399" y="25400"/>
                  </a:lnTo>
                  <a:lnTo>
                    <a:pt x="1422399" y="50800"/>
                  </a:lnTo>
                  <a:lnTo>
                    <a:pt x="1447799" y="50800"/>
                  </a:lnTo>
                  <a:lnTo>
                    <a:pt x="1447799" y="25400"/>
                  </a:lnTo>
                  <a:close/>
                </a:path>
                <a:path w="8006080" h="76200">
                  <a:moveTo>
                    <a:pt x="1498599" y="25400"/>
                  </a:moveTo>
                  <a:lnTo>
                    <a:pt x="1473199" y="25400"/>
                  </a:lnTo>
                  <a:lnTo>
                    <a:pt x="1473199" y="50800"/>
                  </a:lnTo>
                  <a:lnTo>
                    <a:pt x="1498599" y="50800"/>
                  </a:lnTo>
                  <a:lnTo>
                    <a:pt x="1498599" y="25400"/>
                  </a:lnTo>
                  <a:close/>
                </a:path>
                <a:path w="8006080" h="76200">
                  <a:moveTo>
                    <a:pt x="1549399" y="25400"/>
                  </a:moveTo>
                  <a:lnTo>
                    <a:pt x="1523999" y="25400"/>
                  </a:lnTo>
                  <a:lnTo>
                    <a:pt x="1523999" y="50800"/>
                  </a:lnTo>
                  <a:lnTo>
                    <a:pt x="1549399" y="50800"/>
                  </a:lnTo>
                  <a:lnTo>
                    <a:pt x="1549399" y="25400"/>
                  </a:lnTo>
                  <a:close/>
                </a:path>
                <a:path w="8006080" h="76200">
                  <a:moveTo>
                    <a:pt x="1600199" y="25400"/>
                  </a:moveTo>
                  <a:lnTo>
                    <a:pt x="1574799" y="25400"/>
                  </a:lnTo>
                  <a:lnTo>
                    <a:pt x="1574799" y="50800"/>
                  </a:lnTo>
                  <a:lnTo>
                    <a:pt x="1600199" y="50800"/>
                  </a:lnTo>
                  <a:lnTo>
                    <a:pt x="1600199" y="25400"/>
                  </a:lnTo>
                  <a:close/>
                </a:path>
                <a:path w="8006080" h="76200">
                  <a:moveTo>
                    <a:pt x="1651000" y="25400"/>
                  </a:moveTo>
                  <a:lnTo>
                    <a:pt x="1625599" y="25400"/>
                  </a:lnTo>
                  <a:lnTo>
                    <a:pt x="1625599" y="50800"/>
                  </a:lnTo>
                  <a:lnTo>
                    <a:pt x="1651000" y="50800"/>
                  </a:lnTo>
                  <a:lnTo>
                    <a:pt x="1651000" y="25400"/>
                  </a:lnTo>
                  <a:close/>
                </a:path>
                <a:path w="8006080" h="76200">
                  <a:moveTo>
                    <a:pt x="1701800" y="25400"/>
                  </a:moveTo>
                  <a:lnTo>
                    <a:pt x="1676400" y="25400"/>
                  </a:lnTo>
                  <a:lnTo>
                    <a:pt x="1676400" y="50800"/>
                  </a:lnTo>
                  <a:lnTo>
                    <a:pt x="1701800" y="50800"/>
                  </a:lnTo>
                  <a:lnTo>
                    <a:pt x="1701800" y="25400"/>
                  </a:lnTo>
                  <a:close/>
                </a:path>
                <a:path w="8006080" h="76200">
                  <a:moveTo>
                    <a:pt x="1752600" y="25400"/>
                  </a:moveTo>
                  <a:lnTo>
                    <a:pt x="1727200" y="25400"/>
                  </a:lnTo>
                  <a:lnTo>
                    <a:pt x="1727200" y="50800"/>
                  </a:lnTo>
                  <a:lnTo>
                    <a:pt x="1752600" y="50800"/>
                  </a:lnTo>
                  <a:lnTo>
                    <a:pt x="1752600" y="25400"/>
                  </a:lnTo>
                  <a:close/>
                </a:path>
                <a:path w="8006080" h="76200">
                  <a:moveTo>
                    <a:pt x="1803400" y="25400"/>
                  </a:moveTo>
                  <a:lnTo>
                    <a:pt x="1778000" y="25400"/>
                  </a:lnTo>
                  <a:lnTo>
                    <a:pt x="1778000" y="50800"/>
                  </a:lnTo>
                  <a:lnTo>
                    <a:pt x="1803400" y="50800"/>
                  </a:lnTo>
                  <a:lnTo>
                    <a:pt x="1803400" y="25400"/>
                  </a:lnTo>
                  <a:close/>
                </a:path>
                <a:path w="8006080" h="76200">
                  <a:moveTo>
                    <a:pt x="1854200" y="25400"/>
                  </a:moveTo>
                  <a:lnTo>
                    <a:pt x="1828800" y="25400"/>
                  </a:lnTo>
                  <a:lnTo>
                    <a:pt x="1828800" y="50800"/>
                  </a:lnTo>
                  <a:lnTo>
                    <a:pt x="1854200" y="50800"/>
                  </a:lnTo>
                  <a:lnTo>
                    <a:pt x="1854200" y="25400"/>
                  </a:lnTo>
                  <a:close/>
                </a:path>
                <a:path w="8006080" h="76200">
                  <a:moveTo>
                    <a:pt x="1905000" y="25400"/>
                  </a:moveTo>
                  <a:lnTo>
                    <a:pt x="1879600" y="25400"/>
                  </a:lnTo>
                  <a:lnTo>
                    <a:pt x="1879600" y="50800"/>
                  </a:lnTo>
                  <a:lnTo>
                    <a:pt x="1905000" y="50800"/>
                  </a:lnTo>
                  <a:lnTo>
                    <a:pt x="1905000" y="25400"/>
                  </a:lnTo>
                  <a:close/>
                </a:path>
                <a:path w="8006080" h="76200">
                  <a:moveTo>
                    <a:pt x="1955800" y="25400"/>
                  </a:moveTo>
                  <a:lnTo>
                    <a:pt x="1930400" y="25400"/>
                  </a:lnTo>
                  <a:lnTo>
                    <a:pt x="1930400" y="50800"/>
                  </a:lnTo>
                  <a:lnTo>
                    <a:pt x="1955800" y="50800"/>
                  </a:lnTo>
                  <a:lnTo>
                    <a:pt x="1955800" y="25400"/>
                  </a:lnTo>
                  <a:close/>
                </a:path>
                <a:path w="8006080" h="76200">
                  <a:moveTo>
                    <a:pt x="2006600" y="25400"/>
                  </a:moveTo>
                  <a:lnTo>
                    <a:pt x="1981200" y="25400"/>
                  </a:lnTo>
                  <a:lnTo>
                    <a:pt x="1981200" y="50800"/>
                  </a:lnTo>
                  <a:lnTo>
                    <a:pt x="2006600" y="50800"/>
                  </a:lnTo>
                  <a:lnTo>
                    <a:pt x="2006600" y="25400"/>
                  </a:lnTo>
                  <a:close/>
                </a:path>
                <a:path w="8006080" h="76200">
                  <a:moveTo>
                    <a:pt x="2057400" y="25400"/>
                  </a:moveTo>
                  <a:lnTo>
                    <a:pt x="2032000" y="25400"/>
                  </a:lnTo>
                  <a:lnTo>
                    <a:pt x="2032000" y="50800"/>
                  </a:lnTo>
                  <a:lnTo>
                    <a:pt x="2057400" y="50800"/>
                  </a:lnTo>
                  <a:lnTo>
                    <a:pt x="2057400" y="25400"/>
                  </a:lnTo>
                  <a:close/>
                </a:path>
                <a:path w="8006080" h="76200">
                  <a:moveTo>
                    <a:pt x="2108200" y="25400"/>
                  </a:moveTo>
                  <a:lnTo>
                    <a:pt x="2082800" y="25400"/>
                  </a:lnTo>
                  <a:lnTo>
                    <a:pt x="2082800" y="50800"/>
                  </a:lnTo>
                  <a:lnTo>
                    <a:pt x="2108200" y="50800"/>
                  </a:lnTo>
                  <a:lnTo>
                    <a:pt x="2108200" y="25400"/>
                  </a:lnTo>
                  <a:close/>
                </a:path>
                <a:path w="8006080" h="76200">
                  <a:moveTo>
                    <a:pt x="2159000" y="25400"/>
                  </a:moveTo>
                  <a:lnTo>
                    <a:pt x="2133600" y="25400"/>
                  </a:lnTo>
                  <a:lnTo>
                    <a:pt x="2133600" y="50800"/>
                  </a:lnTo>
                  <a:lnTo>
                    <a:pt x="2159000" y="50800"/>
                  </a:lnTo>
                  <a:lnTo>
                    <a:pt x="2159000" y="25400"/>
                  </a:lnTo>
                  <a:close/>
                </a:path>
                <a:path w="8006080" h="76200">
                  <a:moveTo>
                    <a:pt x="2209800" y="25400"/>
                  </a:moveTo>
                  <a:lnTo>
                    <a:pt x="2184400" y="25400"/>
                  </a:lnTo>
                  <a:lnTo>
                    <a:pt x="2184400" y="50800"/>
                  </a:lnTo>
                  <a:lnTo>
                    <a:pt x="2209800" y="50800"/>
                  </a:lnTo>
                  <a:lnTo>
                    <a:pt x="2209800" y="25400"/>
                  </a:lnTo>
                  <a:close/>
                </a:path>
                <a:path w="8006080" h="76200">
                  <a:moveTo>
                    <a:pt x="2260600" y="25400"/>
                  </a:moveTo>
                  <a:lnTo>
                    <a:pt x="2235200" y="25400"/>
                  </a:lnTo>
                  <a:lnTo>
                    <a:pt x="2235200" y="50800"/>
                  </a:lnTo>
                  <a:lnTo>
                    <a:pt x="2260600" y="50800"/>
                  </a:lnTo>
                  <a:lnTo>
                    <a:pt x="2260600" y="25400"/>
                  </a:lnTo>
                  <a:close/>
                </a:path>
                <a:path w="8006080" h="76200">
                  <a:moveTo>
                    <a:pt x="2311400" y="25400"/>
                  </a:moveTo>
                  <a:lnTo>
                    <a:pt x="2286000" y="25400"/>
                  </a:lnTo>
                  <a:lnTo>
                    <a:pt x="2286000" y="50800"/>
                  </a:lnTo>
                  <a:lnTo>
                    <a:pt x="2311400" y="50800"/>
                  </a:lnTo>
                  <a:lnTo>
                    <a:pt x="2311400" y="25400"/>
                  </a:lnTo>
                  <a:close/>
                </a:path>
                <a:path w="8006080" h="76200">
                  <a:moveTo>
                    <a:pt x="2362200" y="25400"/>
                  </a:moveTo>
                  <a:lnTo>
                    <a:pt x="2336800" y="25400"/>
                  </a:lnTo>
                  <a:lnTo>
                    <a:pt x="2336800" y="50800"/>
                  </a:lnTo>
                  <a:lnTo>
                    <a:pt x="2362200" y="50800"/>
                  </a:lnTo>
                  <a:lnTo>
                    <a:pt x="2362200" y="25400"/>
                  </a:lnTo>
                  <a:close/>
                </a:path>
                <a:path w="8006080" h="76200">
                  <a:moveTo>
                    <a:pt x="2413000" y="25400"/>
                  </a:moveTo>
                  <a:lnTo>
                    <a:pt x="2387600" y="25400"/>
                  </a:lnTo>
                  <a:lnTo>
                    <a:pt x="2387600" y="50800"/>
                  </a:lnTo>
                  <a:lnTo>
                    <a:pt x="2413000" y="50800"/>
                  </a:lnTo>
                  <a:lnTo>
                    <a:pt x="2413000" y="25400"/>
                  </a:lnTo>
                  <a:close/>
                </a:path>
                <a:path w="8006080" h="76200">
                  <a:moveTo>
                    <a:pt x="2463800" y="25400"/>
                  </a:moveTo>
                  <a:lnTo>
                    <a:pt x="2438400" y="25400"/>
                  </a:lnTo>
                  <a:lnTo>
                    <a:pt x="2438400" y="50800"/>
                  </a:lnTo>
                  <a:lnTo>
                    <a:pt x="2463800" y="50800"/>
                  </a:lnTo>
                  <a:lnTo>
                    <a:pt x="2463800" y="25400"/>
                  </a:lnTo>
                  <a:close/>
                </a:path>
                <a:path w="8006080" h="76200">
                  <a:moveTo>
                    <a:pt x="2514600" y="25400"/>
                  </a:moveTo>
                  <a:lnTo>
                    <a:pt x="2489200" y="25400"/>
                  </a:lnTo>
                  <a:lnTo>
                    <a:pt x="2489200" y="50800"/>
                  </a:lnTo>
                  <a:lnTo>
                    <a:pt x="2514600" y="50800"/>
                  </a:lnTo>
                  <a:lnTo>
                    <a:pt x="2514600" y="25400"/>
                  </a:lnTo>
                  <a:close/>
                </a:path>
                <a:path w="8006080" h="76200">
                  <a:moveTo>
                    <a:pt x="2565400" y="25400"/>
                  </a:moveTo>
                  <a:lnTo>
                    <a:pt x="2540000" y="25400"/>
                  </a:lnTo>
                  <a:lnTo>
                    <a:pt x="2540000" y="50800"/>
                  </a:lnTo>
                  <a:lnTo>
                    <a:pt x="2565400" y="50800"/>
                  </a:lnTo>
                  <a:lnTo>
                    <a:pt x="2565400" y="25400"/>
                  </a:lnTo>
                  <a:close/>
                </a:path>
                <a:path w="8006080" h="76200">
                  <a:moveTo>
                    <a:pt x="2616200" y="25400"/>
                  </a:moveTo>
                  <a:lnTo>
                    <a:pt x="2590800" y="25400"/>
                  </a:lnTo>
                  <a:lnTo>
                    <a:pt x="2590800" y="50800"/>
                  </a:lnTo>
                  <a:lnTo>
                    <a:pt x="2616200" y="50800"/>
                  </a:lnTo>
                  <a:lnTo>
                    <a:pt x="2616200" y="25400"/>
                  </a:lnTo>
                  <a:close/>
                </a:path>
                <a:path w="8006080" h="76200">
                  <a:moveTo>
                    <a:pt x="2667000" y="25400"/>
                  </a:moveTo>
                  <a:lnTo>
                    <a:pt x="2641600" y="25400"/>
                  </a:lnTo>
                  <a:lnTo>
                    <a:pt x="2641600" y="50800"/>
                  </a:lnTo>
                  <a:lnTo>
                    <a:pt x="2667000" y="50800"/>
                  </a:lnTo>
                  <a:lnTo>
                    <a:pt x="2667000" y="25400"/>
                  </a:lnTo>
                  <a:close/>
                </a:path>
                <a:path w="8006080" h="76200">
                  <a:moveTo>
                    <a:pt x="2717800" y="25400"/>
                  </a:moveTo>
                  <a:lnTo>
                    <a:pt x="2692400" y="25400"/>
                  </a:lnTo>
                  <a:lnTo>
                    <a:pt x="2692400" y="50800"/>
                  </a:lnTo>
                  <a:lnTo>
                    <a:pt x="2717800" y="50800"/>
                  </a:lnTo>
                  <a:lnTo>
                    <a:pt x="2717800" y="25400"/>
                  </a:lnTo>
                  <a:close/>
                </a:path>
                <a:path w="8006080" h="76200">
                  <a:moveTo>
                    <a:pt x="2768600" y="25400"/>
                  </a:moveTo>
                  <a:lnTo>
                    <a:pt x="2743200" y="25400"/>
                  </a:lnTo>
                  <a:lnTo>
                    <a:pt x="2743200" y="50800"/>
                  </a:lnTo>
                  <a:lnTo>
                    <a:pt x="2768600" y="50800"/>
                  </a:lnTo>
                  <a:lnTo>
                    <a:pt x="2768600" y="25400"/>
                  </a:lnTo>
                  <a:close/>
                </a:path>
                <a:path w="8006080" h="76200">
                  <a:moveTo>
                    <a:pt x="2819400" y="25400"/>
                  </a:moveTo>
                  <a:lnTo>
                    <a:pt x="2794000" y="25400"/>
                  </a:lnTo>
                  <a:lnTo>
                    <a:pt x="2794000" y="50800"/>
                  </a:lnTo>
                  <a:lnTo>
                    <a:pt x="2819400" y="50800"/>
                  </a:lnTo>
                  <a:lnTo>
                    <a:pt x="2819400" y="25400"/>
                  </a:lnTo>
                  <a:close/>
                </a:path>
                <a:path w="8006080" h="76200">
                  <a:moveTo>
                    <a:pt x="2870200" y="25400"/>
                  </a:moveTo>
                  <a:lnTo>
                    <a:pt x="2844800" y="25400"/>
                  </a:lnTo>
                  <a:lnTo>
                    <a:pt x="2844800" y="50800"/>
                  </a:lnTo>
                  <a:lnTo>
                    <a:pt x="2870200" y="50800"/>
                  </a:lnTo>
                  <a:lnTo>
                    <a:pt x="2870200" y="25400"/>
                  </a:lnTo>
                  <a:close/>
                </a:path>
                <a:path w="8006080" h="76200">
                  <a:moveTo>
                    <a:pt x="2921000" y="25400"/>
                  </a:moveTo>
                  <a:lnTo>
                    <a:pt x="2895600" y="25400"/>
                  </a:lnTo>
                  <a:lnTo>
                    <a:pt x="2895600" y="50800"/>
                  </a:lnTo>
                  <a:lnTo>
                    <a:pt x="2921000" y="50800"/>
                  </a:lnTo>
                  <a:lnTo>
                    <a:pt x="2921000" y="25400"/>
                  </a:lnTo>
                  <a:close/>
                </a:path>
                <a:path w="8006080" h="76200">
                  <a:moveTo>
                    <a:pt x="2971800" y="25400"/>
                  </a:moveTo>
                  <a:lnTo>
                    <a:pt x="2946400" y="25400"/>
                  </a:lnTo>
                  <a:lnTo>
                    <a:pt x="2946400" y="50800"/>
                  </a:lnTo>
                  <a:lnTo>
                    <a:pt x="2971800" y="50800"/>
                  </a:lnTo>
                  <a:lnTo>
                    <a:pt x="2971800" y="25400"/>
                  </a:lnTo>
                  <a:close/>
                </a:path>
                <a:path w="8006080" h="76200">
                  <a:moveTo>
                    <a:pt x="3022600" y="25400"/>
                  </a:moveTo>
                  <a:lnTo>
                    <a:pt x="2997200" y="25400"/>
                  </a:lnTo>
                  <a:lnTo>
                    <a:pt x="2997200" y="50800"/>
                  </a:lnTo>
                  <a:lnTo>
                    <a:pt x="3022600" y="50800"/>
                  </a:lnTo>
                  <a:lnTo>
                    <a:pt x="3022600" y="25400"/>
                  </a:lnTo>
                  <a:close/>
                </a:path>
                <a:path w="8006080" h="76200">
                  <a:moveTo>
                    <a:pt x="3073400" y="25400"/>
                  </a:moveTo>
                  <a:lnTo>
                    <a:pt x="3048000" y="25400"/>
                  </a:lnTo>
                  <a:lnTo>
                    <a:pt x="3048000" y="50800"/>
                  </a:lnTo>
                  <a:lnTo>
                    <a:pt x="3073400" y="50800"/>
                  </a:lnTo>
                  <a:lnTo>
                    <a:pt x="3073400" y="25400"/>
                  </a:lnTo>
                  <a:close/>
                </a:path>
                <a:path w="8006080" h="76200">
                  <a:moveTo>
                    <a:pt x="3124200" y="25400"/>
                  </a:moveTo>
                  <a:lnTo>
                    <a:pt x="3098800" y="25400"/>
                  </a:lnTo>
                  <a:lnTo>
                    <a:pt x="3098800" y="50800"/>
                  </a:lnTo>
                  <a:lnTo>
                    <a:pt x="3124200" y="50800"/>
                  </a:lnTo>
                  <a:lnTo>
                    <a:pt x="3124200" y="25400"/>
                  </a:lnTo>
                  <a:close/>
                </a:path>
                <a:path w="8006080" h="76200">
                  <a:moveTo>
                    <a:pt x="3175000" y="25400"/>
                  </a:moveTo>
                  <a:lnTo>
                    <a:pt x="3149600" y="25400"/>
                  </a:lnTo>
                  <a:lnTo>
                    <a:pt x="3149600" y="50800"/>
                  </a:lnTo>
                  <a:lnTo>
                    <a:pt x="3175000" y="50800"/>
                  </a:lnTo>
                  <a:lnTo>
                    <a:pt x="3175000" y="25400"/>
                  </a:lnTo>
                  <a:close/>
                </a:path>
                <a:path w="8006080" h="76200">
                  <a:moveTo>
                    <a:pt x="3225800" y="25400"/>
                  </a:moveTo>
                  <a:lnTo>
                    <a:pt x="3200400" y="25400"/>
                  </a:lnTo>
                  <a:lnTo>
                    <a:pt x="3200400" y="50800"/>
                  </a:lnTo>
                  <a:lnTo>
                    <a:pt x="3225800" y="50800"/>
                  </a:lnTo>
                  <a:lnTo>
                    <a:pt x="3225800" y="25400"/>
                  </a:lnTo>
                  <a:close/>
                </a:path>
                <a:path w="8006080" h="76200">
                  <a:moveTo>
                    <a:pt x="3276600" y="25400"/>
                  </a:moveTo>
                  <a:lnTo>
                    <a:pt x="3251200" y="25400"/>
                  </a:lnTo>
                  <a:lnTo>
                    <a:pt x="3251200" y="50800"/>
                  </a:lnTo>
                  <a:lnTo>
                    <a:pt x="3276600" y="50800"/>
                  </a:lnTo>
                  <a:lnTo>
                    <a:pt x="3276600" y="25400"/>
                  </a:lnTo>
                  <a:close/>
                </a:path>
                <a:path w="8006080" h="76200">
                  <a:moveTo>
                    <a:pt x="3327400" y="25400"/>
                  </a:moveTo>
                  <a:lnTo>
                    <a:pt x="3302000" y="25400"/>
                  </a:lnTo>
                  <a:lnTo>
                    <a:pt x="3302000" y="50800"/>
                  </a:lnTo>
                  <a:lnTo>
                    <a:pt x="3327400" y="50800"/>
                  </a:lnTo>
                  <a:lnTo>
                    <a:pt x="3327400" y="25400"/>
                  </a:lnTo>
                  <a:close/>
                </a:path>
                <a:path w="8006080" h="76200">
                  <a:moveTo>
                    <a:pt x="3378200" y="25400"/>
                  </a:moveTo>
                  <a:lnTo>
                    <a:pt x="3352800" y="25400"/>
                  </a:lnTo>
                  <a:lnTo>
                    <a:pt x="3352800" y="50800"/>
                  </a:lnTo>
                  <a:lnTo>
                    <a:pt x="3378200" y="50800"/>
                  </a:lnTo>
                  <a:lnTo>
                    <a:pt x="3378200" y="25400"/>
                  </a:lnTo>
                  <a:close/>
                </a:path>
                <a:path w="8006080" h="76200">
                  <a:moveTo>
                    <a:pt x="3429000" y="25400"/>
                  </a:moveTo>
                  <a:lnTo>
                    <a:pt x="3403600" y="25400"/>
                  </a:lnTo>
                  <a:lnTo>
                    <a:pt x="3403600" y="50800"/>
                  </a:lnTo>
                  <a:lnTo>
                    <a:pt x="3429000" y="50800"/>
                  </a:lnTo>
                  <a:lnTo>
                    <a:pt x="3429000" y="25400"/>
                  </a:lnTo>
                  <a:close/>
                </a:path>
                <a:path w="8006080" h="76200">
                  <a:moveTo>
                    <a:pt x="3479800" y="25400"/>
                  </a:moveTo>
                  <a:lnTo>
                    <a:pt x="3454400" y="25400"/>
                  </a:lnTo>
                  <a:lnTo>
                    <a:pt x="3454400" y="50800"/>
                  </a:lnTo>
                  <a:lnTo>
                    <a:pt x="3479800" y="50800"/>
                  </a:lnTo>
                  <a:lnTo>
                    <a:pt x="3479800" y="25400"/>
                  </a:lnTo>
                  <a:close/>
                </a:path>
                <a:path w="8006080" h="76200">
                  <a:moveTo>
                    <a:pt x="3530600" y="25400"/>
                  </a:moveTo>
                  <a:lnTo>
                    <a:pt x="3505200" y="25400"/>
                  </a:lnTo>
                  <a:lnTo>
                    <a:pt x="3505200" y="50800"/>
                  </a:lnTo>
                  <a:lnTo>
                    <a:pt x="3530600" y="50800"/>
                  </a:lnTo>
                  <a:lnTo>
                    <a:pt x="3530600" y="25400"/>
                  </a:lnTo>
                  <a:close/>
                </a:path>
                <a:path w="8006080" h="76200">
                  <a:moveTo>
                    <a:pt x="3581400" y="25400"/>
                  </a:moveTo>
                  <a:lnTo>
                    <a:pt x="3556000" y="25400"/>
                  </a:lnTo>
                  <a:lnTo>
                    <a:pt x="3556000" y="50800"/>
                  </a:lnTo>
                  <a:lnTo>
                    <a:pt x="3581400" y="50800"/>
                  </a:lnTo>
                  <a:lnTo>
                    <a:pt x="3581400" y="25400"/>
                  </a:lnTo>
                  <a:close/>
                </a:path>
                <a:path w="8006080" h="76200">
                  <a:moveTo>
                    <a:pt x="3632200" y="25400"/>
                  </a:moveTo>
                  <a:lnTo>
                    <a:pt x="3606800" y="25400"/>
                  </a:lnTo>
                  <a:lnTo>
                    <a:pt x="3606800" y="50800"/>
                  </a:lnTo>
                  <a:lnTo>
                    <a:pt x="3632200" y="50800"/>
                  </a:lnTo>
                  <a:lnTo>
                    <a:pt x="3632200" y="25400"/>
                  </a:lnTo>
                  <a:close/>
                </a:path>
                <a:path w="8006080" h="76200">
                  <a:moveTo>
                    <a:pt x="3683000" y="25400"/>
                  </a:moveTo>
                  <a:lnTo>
                    <a:pt x="3657600" y="25400"/>
                  </a:lnTo>
                  <a:lnTo>
                    <a:pt x="3657600" y="50800"/>
                  </a:lnTo>
                  <a:lnTo>
                    <a:pt x="3683000" y="50800"/>
                  </a:lnTo>
                  <a:lnTo>
                    <a:pt x="3683000" y="25400"/>
                  </a:lnTo>
                  <a:close/>
                </a:path>
                <a:path w="8006080" h="76200">
                  <a:moveTo>
                    <a:pt x="3733800" y="25400"/>
                  </a:moveTo>
                  <a:lnTo>
                    <a:pt x="3708400" y="25400"/>
                  </a:lnTo>
                  <a:lnTo>
                    <a:pt x="3708400" y="50800"/>
                  </a:lnTo>
                  <a:lnTo>
                    <a:pt x="3733800" y="50800"/>
                  </a:lnTo>
                  <a:lnTo>
                    <a:pt x="3733800" y="25400"/>
                  </a:lnTo>
                  <a:close/>
                </a:path>
                <a:path w="8006080" h="76200">
                  <a:moveTo>
                    <a:pt x="3784600" y="25400"/>
                  </a:moveTo>
                  <a:lnTo>
                    <a:pt x="3759200" y="25400"/>
                  </a:lnTo>
                  <a:lnTo>
                    <a:pt x="3759200" y="50800"/>
                  </a:lnTo>
                  <a:lnTo>
                    <a:pt x="3784600" y="50800"/>
                  </a:lnTo>
                  <a:lnTo>
                    <a:pt x="3784600" y="25400"/>
                  </a:lnTo>
                  <a:close/>
                </a:path>
                <a:path w="8006080" h="76200">
                  <a:moveTo>
                    <a:pt x="3835400" y="25400"/>
                  </a:moveTo>
                  <a:lnTo>
                    <a:pt x="3810000" y="25400"/>
                  </a:lnTo>
                  <a:lnTo>
                    <a:pt x="3810000" y="50800"/>
                  </a:lnTo>
                  <a:lnTo>
                    <a:pt x="3835400" y="50800"/>
                  </a:lnTo>
                  <a:lnTo>
                    <a:pt x="3835400" y="25400"/>
                  </a:lnTo>
                  <a:close/>
                </a:path>
                <a:path w="8006080" h="76200">
                  <a:moveTo>
                    <a:pt x="3886200" y="25400"/>
                  </a:moveTo>
                  <a:lnTo>
                    <a:pt x="3860800" y="25400"/>
                  </a:lnTo>
                  <a:lnTo>
                    <a:pt x="386080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8006080" h="76200">
                  <a:moveTo>
                    <a:pt x="3937000" y="25400"/>
                  </a:moveTo>
                  <a:lnTo>
                    <a:pt x="3911600" y="25400"/>
                  </a:lnTo>
                  <a:lnTo>
                    <a:pt x="3911600" y="50800"/>
                  </a:lnTo>
                  <a:lnTo>
                    <a:pt x="3937000" y="50800"/>
                  </a:lnTo>
                  <a:lnTo>
                    <a:pt x="3937000" y="25400"/>
                  </a:lnTo>
                  <a:close/>
                </a:path>
                <a:path w="8006080" h="76200">
                  <a:moveTo>
                    <a:pt x="3987800" y="25400"/>
                  </a:moveTo>
                  <a:lnTo>
                    <a:pt x="3962400" y="25400"/>
                  </a:lnTo>
                  <a:lnTo>
                    <a:pt x="3962400" y="50800"/>
                  </a:lnTo>
                  <a:lnTo>
                    <a:pt x="3987800" y="50800"/>
                  </a:lnTo>
                  <a:lnTo>
                    <a:pt x="3987800" y="25400"/>
                  </a:lnTo>
                  <a:close/>
                </a:path>
                <a:path w="8006080" h="76200">
                  <a:moveTo>
                    <a:pt x="4038600" y="25400"/>
                  </a:moveTo>
                  <a:lnTo>
                    <a:pt x="4013200" y="25400"/>
                  </a:lnTo>
                  <a:lnTo>
                    <a:pt x="4013200" y="50800"/>
                  </a:lnTo>
                  <a:lnTo>
                    <a:pt x="4038600" y="50800"/>
                  </a:lnTo>
                  <a:lnTo>
                    <a:pt x="4038600" y="25400"/>
                  </a:lnTo>
                  <a:close/>
                </a:path>
                <a:path w="8006080" h="76200">
                  <a:moveTo>
                    <a:pt x="4089400" y="25400"/>
                  </a:moveTo>
                  <a:lnTo>
                    <a:pt x="4064000" y="25400"/>
                  </a:lnTo>
                  <a:lnTo>
                    <a:pt x="4064000" y="50800"/>
                  </a:lnTo>
                  <a:lnTo>
                    <a:pt x="4089400" y="50800"/>
                  </a:lnTo>
                  <a:lnTo>
                    <a:pt x="4089400" y="25400"/>
                  </a:lnTo>
                  <a:close/>
                </a:path>
                <a:path w="8006080" h="76200">
                  <a:moveTo>
                    <a:pt x="4140200" y="25400"/>
                  </a:moveTo>
                  <a:lnTo>
                    <a:pt x="4114800" y="25400"/>
                  </a:lnTo>
                  <a:lnTo>
                    <a:pt x="4114800" y="50800"/>
                  </a:lnTo>
                  <a:lnTo>
                    <a:pt x="4140200" y="50800"/>
                  </a:lnTo>
                  <a:lnTo>
                    <a:pt x="4140200" y="25400"/>
                  </a:lnTo>
                  <a:close/>
                </a:path>
                <a:path w="8006080" h="76200">
                  <a:moveTo>
                    <a:pt x="4191000" y="25400"/>
                  </a:moveTo>
                  <a:lnTo>
                    <a:pt x="4165600" y="25400"/>
                  </a:lnTo>
                  <a:lnTo>
                    <a:pt x="4165600" y="50800"/>
                  </a:lnTo>
                  <a:lnTo>
                    <a:pt x="4191000" y="50800"/>
                  </a:lnTo>
                  <a:lnTo>
                    <a:pt x="4191000" y="25400"/>
                  </a:lnTo>
                  <a:close/>
                </a:path>
                <a:path w="8006080" h="76200">
                  <a:moveTo>
                    <a:pt x="4241800" y="25400"/>
                  </a:moveTo>
                  <a:lnTo>
                    <a:pt x="4216400" y="25400"/>
                  </a:lnTo>
                  <a:lnTo>
                    <a:pt x="4216400" y="50800"/>
                  </a:lnTo>
                  <a:lnTo>
                    <a:pt x="4241800" y="50800"/>
                  </a:lnTo>
                  <a:lnTo>
                    <a:pt x="4241800" y="25400"/>
                  </a:lnTo>
                  <a:close/>
                </a:path>
                <a:path w="8006080" h="76200">
                  <a:moveTo>
                    <a:pt x="4292600" y="25400"/>
                  </a:moveTo>
                  <a:lnTo>
                    <a:pt x="4267200" y="25400"/>
                  </a:lnTo>
                  <a:lnTo>
                    <a:pt x="4267200" y="50800"/>
                  </a:lnTo>
                  <a:lnTo>
                    <a:pt x="4292600" y="50800"/>
                  </a:lnTo>
                  <a:lnTo>
                    <a:pt x="4292600" y="25400"/>
                  </a:lnTo>
                  <a:close/>
                </a:path>
                <a:path w="8006080" h="76200">
                  <a:moveTo>
                    <a:pt x="4343400" y="25400"/>
                  </a:moveTo>
                  <a:lnTo>
                    <a:pt x="4318000" y="25400"/>
                  </a:lnTo>
                  <a:lnTo>
                    <a:pt x="4318000" y="50800"/>
                  </a:lnTo>
                  <a:lnTo>
                    <a:pt x="4343400" y="50800"/>
                  </a:lnTo>
                  <a:lnTo>
                    <a:pt x="4343400" y="25400"/>
                  </a:lnTo>
                  <a:close/>
                </a:path>
                <a:path w="8006080" h="76200">
                  <a:moveTo>
                    <a:pt x="4394200" y="25400"/>
                  </a:moveTo>
                  <a:lnTo>
                    <a:pt x="4368800" y="25400"/>
                  </a:lnTo>
                  <a:lnTo>
                    <a:pt x="4368800" y="50800"/>
                  </a:lnTo>
                  <a:lnTo>
                    <a:pt x="4394200" y="50800"/>
                  </a:lnTo>
                  <a:lnTo>
                    <a:pt x="4394200" y="25400"/>
                  </a:lnTo>
                  <a:close/>
                </a:path>
                <a:path w="8006080" h="76200">
                  <a:moveTo>
                    <a:pt x="4445000" y="25400"/>
                  </a:moveTo>
                  <a:lnTo>
                    <a:pt x="4419600" y="25400"/>
                  </a:lnTo>
                  <a:lnTo>
                    <a:pt x="4419600" y="50800"/>
                  </a:lnTo>
                  <a:lnTo>
                    <a:pt x="4445000" y="50800"/>
                  </a:lnTo>
                  <a:lnTo>
                    <a:pt x="4445000" y="25400"/>
                  </a:lnTo>
                  <a:close/>
                </a:path>
                <a:path w="8006080" h="76200">
                  <a:moveTo>
                    <a:pt x="4495800" y="25400"/>
                  </a:moveTo>
                  <a:lnTo>
                    <a:pt x="4470400" y="25400"/>
                  </a:lnTo>
                  <a:lnTo>
                    <a:pt x="4470400" y="50800"/>
                  </a:lnTo>
                  <a:lnTo>
                    <a:pt x="4495800" y="50800"/>
                  </a:lnTo>
                  <a:lnTo>
                    <a:pt x="4495800" y="25400"/>
                  </a:lnTo>
                  <a:close/>
                </a:path>
                <a:path w="8006080" h="76200">
                  <a:moveTo>
                    <a:pt x="4546600" y="25400"/>
                  </a:moveTo>
                  <a:lnTo>
                    <a:pt x="4521200" y="25400"/>
                  </a:lnTo>
                  <a:lnTo>
                    <a:pt x="4521200" y="50800"/>
                  </a:lnTo>
                  <a:lnTo>
                    <a:pt x="4546600" y="50800"/>
                  </a:lnTo>
                  <a:lnTo>
                    <a:pt x="4546600" y="25400"/>
                  </a:lnTo>
                  <a:close/>
                </a:path>
                <a:path w="8006080" h="76200">
                  <a:moveTo>
                    <a:pt x="4597400" y="25400"/>
                  </a:moveTo>
                  <a:lnTo>
                    <a:pt x="4572000" y="25400"/>
                  </a:lnTo>
                  <a:lnTo>
                    <a:pt x="4572000" y="50800"/>
                  </a:lnTo>
                  <a:lnTo>
                    <a:pt x="4597400" y="50800"/>
                  </a:lnTo>
                  <a:lnTo>
                    <a:pt x="4597400" y="25400"/>
                  </a:lnTo>
                  <a:close/>
                </a:path>
                <a:path w="8006080" h="76200">
                  <a:moveTo>
                    <a:pt x="4648200" y="25400"/>
                  </a:moveTo>
                  <a:lnTo>
                    <a:pt x="4622800" y="25400"/>
                  </a:lnTo>
                  <a:lnTo>
                    <a:pt x="4622800" y="50800"/>
                  </a:lnTo>
                  <a:lnTo>
                    <a:pt x="4648200" y="50800"/>
                  </a:lnTo>
                  <a:lnTo>
                    <a:pt x="4648200" y="25400"/>
                  </a:lnTo>
                  <a:close/>
                </a:path>
                <a:path w="8006080" h="76200">
                  <a:moveTo>
                    <a:pt x="4699000" y="25400"/>
                  </a:moveTo>
                  <a:lnTo>
                    <a:pt x="4673600" y="25400"/>
                  </a:lnTo>
                  <a:lnTo>
                    <a:pt x="4673600" y="50800"/>
                  </a:lnTo>
                  <a:lnTo>
                    <a:pt x="4699000" y="50800"/>
                  </a:lnTo>
                  <a:lnTo>
                    <a:pt x="4699000" y="25400"/>
                  </a:lnTo>
                  <a:close/>
                </a:path>
                <a:path w="8006080" h="76200">
                  <a:moveTo>
                    <a:pt x="4749800" y="25400"/>
                  </a:moveTo>
                  <a:lnTo>
                    <a:pt x="4724400" y="25400"/>
                  </a:lnTo>
                  <a:lnTo>
                    <a:pt x="4724400" y="50800"/>
                  </a:lnTo>
                  <a:lnTo>
                    <a:pt x="4749800" y="50800"/>
                  </a:lnTo>
                  <a:lnTo>
                    <a:pt x="4749800" y="25400"/>
                  </a:lnTo>
                  <a:close/>
                </a:path>
                <a:path w="8006080" h="76200">
                  <a:moveTo>
                    <a:pt x="4800600" y="25400"/>
                  </a:moveTo>
                  <a:lnTo>
                    <a:pt x="4775200" y="25400"/>
                  </a:lnTo>
                  <a:lnTo>
                    <a:pt x="4775200" y="50800"/>
                  </a:lnTo>
                  <a:lnTo>
                    <a:pt x="4800600" y="50800"/>
                  </a:lnTo>
                  <a:lnTo>
                    <a:pt x="4800600" y="25400"/>
                  </a:lnTo>
                  <a:close/>
                </a:path>
                <a:path w="8006080" h="76200">
                  <a:moveTo>
                    <a:pt x="4851400" y="25400"/>
                  </a:moveTo>
                  <a:lnTo>
                    <a:pt x="4826000" y="25400"/>
                  </a:lnTo>
                  <a:lnTo>
                    <a:pt x="4826000" y="50800"/>
                  </a:lnTo>
                  <a:lnTo>
                    <a:pt x="4851400" y="50800"/>
                  </a:lnTo>
                  <a:lnTo>
                    <a:pt x="4851400" y="25400"/>
                  </a:lnTo>
                  <a:close/>
                </a:path>
                <a:path w="8006080" h="76200">
                  <a:moveTo>
                    <a:pt x="4902200" y="25400"/>
                  </a:moveTo>
                  <a:lnTo>
                    <a:pt x="4876800" y="25400"/>
                  </a:lnTo>
                  <a:lnTo>
                    <a:pt x="4876800" y="50800"/>
                  </a:lnTo>
                  <a:lnTo>
                    <a:pt x="4902200" y="50800"/>
                  </a:lnTo>
                  <a:lnTo>
                    <a:pt x="4902200" y="25400"/>
                  </a:lnTo>
                  <a:close/>
                </a:path>
                <a:path w="8006080" h="76200">
                  <a:moveTo>
                    <a:pt x="4953000" y="25400"/>
                  </a:moveTo>
                  <a:lnTo>
                    <a:pt x="4927600" y="25400"/>
                  </a:lnTo>
                  <a:lnTo>
                    <a:pt x="4927600" y="50800"/>
                  </a:lnTo>
                  <a:lnTo>
                    <a:pt x="4953000" y="50800"/>
                  </a:lnTo>
                  <a:lnTo>
                    <a:pt x="4953000" y="25400"/>
                  </a:lnTo>
                  <a:close/>
                </a:path>
                <a:path w="8006080" h="76200">
                  <a:moveTo>
                    <a:pt x="5003800" y="25400"/>
                  </a:moveTo>
                  <a:lnTo>
                    <a:pt x="4978400" y="25400"/>
                  </a:lnTo>
                  <a:lnTo>
                    <a:pt x="4978400" y="50800"/>
                  </a:lnTo>
                  <a:lnTo>
                    <a:pt x="5003800" y="50800"/>
                  </a:lnTo>
                  <a:lnTo>
                    <a:pt x="5003800" y="25400"/>
                  </a:lnTo>
                  <a:close/>
                </a:path>
                <a:path w="8006080" h="76200">
                  <a:moveTo>
                    <a:pt x="5054600" y="25400"/>
                  </a:moveTo>
                  <a:lnTo>
                    <a:pt x="5029200" y="25400"/>
                  </a:lnTo>
                  <a:lnTo>
                    <a:pt x="5029200" y="50800"/>
                  </a:lnTo>
                  <a:lnTo>
                    <a:pt x="5054600" y="50800"/>
                  </a:lnTo>
                  <a:lnTo>
                    <a:pt x="5054600" y="25400"/>
                  </a:lnTo>
                  <a:close/>
                </a:path>
                <a:path w="8006080" h="76200">
                  <a:moveTo>
                    <a:pt x="5105400" y="25400"/>
                  </a:moveTo>
                  <a:lnTo>
                    <a:pt x="5080000" y="25400"/>
                  </a:lnTo>
                  <a:lnTo>
                    <a:pt x="5080000" y="50800"/>
                  </a:lnTo>
                  <a:lnTo>
                    <a:pt x="5105400" y="50800"/>
                  </a:lnTo>
                  <a:lnTo>
                    <a:pt x="5105400" y="25400"/>
                  </a:lnTo>
                  <a:close/>
                </a:path>
                <a:path w="8006080" h="76200">
                  <a:moveTo>
                    <a:pt x="5156200" y="25400"/>
                  </a:moveTo>
                  <a:lnTo>
                    <a:pt x="5130800" y="25400"/>
                  </a:lnTo>
                  <a:lnTo>
                    <a:pt x="5130800" y="50800"/>
                  </a:lnTo>
                  <a:lnTo>
                    <a:pt x="5156200" y="50800"/>
                  </a:lnTo>
                  <a:lnTo>
                    <a:pt x="5156200" y="25400"/>
                  </a:lnTo>
                  <a:close/>
                </a:path>
                <a:path w="8006080" h="76200">
                  <a:moveTo>
                    <a:pt x="5207000" y="25400"/>
                  </a:moveTo>
                  <a:lnTo>
                    <a:pt x="5181600" y="25400"/>
                  </a:lnTo>
                  <a:lnTo>
                    <a:pt x="5181600" y="50800"/>
                  </a:lnTo>
                  <a:lnTo>
                    <a:pt x="5207000" y="50800"/>
                  </a:lnTo>
                  <a:lnTo>
                    <a:pt x="5207000" y="25400"/>
                  </a:lnTo>
                  <a:close/>
                </a:path>
                <a:path w="8006080" h="76200">
                  <a:moveTo>
                    <a:pt x="5257800" y="25400"/>
                  </a:moveTo>
                  <a:lnTo>
                    <a:pt x="5232400" y="25400"/>
                  </a:lnTo>
                  <a:lnTo>
                    <a:pt x="5232400" y="50800"/>
                  </a:lnTo>
                  <a:lnTo>
                    <a:pt x="5257800" y="50800"/>
                  </a:lnTo>
                  <a:lnTo>
                    <a:pt x="5257800" y="25400"/>
                  </a:lnTo>
                  <a:close/>
                </a:path>
                <a:path w="8006080" h="76200">
                  <a:moveTo>
                    <a:pt x="5308600" y="25400"/>
                  </a:moveTo>
                  <a:lnTo>
                    <a:pt x="5283200" y="25400"/>
                  </a:lnTo>
                  <a:lnTo>
                    <a:pt x="5283200" y="50800"/>
                  </a:lnTo>
                  <a:lnTo>
                    <a:pt x="5308600" y="50800"/>
                  </a:lnTo>
                  <a:lnTo>
                    <a:pt x="5308600" y="25400"/>
                  </a:lnTo>
                  <a:close/>
                </a:path>
                <a:path w="8006080" h="76200">
                  <a:moveTo>
                    <a:pt x="5359400" y="25400"/>
                  </a:moveTo>
                  <a:lnTo>
                    <a:pt x="5334000" y="25400"/>
                  </a:lnTo>
                  <a:lnTo>
                    <a:pt x="5334000" y="50800"/>
                  </a:lnTo>
                  <a:lnTo>
                    <a:pt x="5359400" y="50800"/>
                  </a:lnTo>
                  <a:lnTo>
                    <a:pt x="5359400" y="25400"/>
                  </a:lnTo>
                  <a:close/>
                </a:path>
                <a:path w="8006080" h="76200">
                  <a:moveTo>
                    <a:pt x="5410200" y="25400"/>
                  </a:moveTo>
                  <a:lnTo>
                    <a:pt x="5384800" y="25400"/>
                  </a:lnTo>
                  <a:lnTo>
                    <a:pt x="5384800" y="50800"/>
                  </a:lnTo>
                  <a:lnTo>
                    <a:pt x="5410200" y="50800"/>
                  </a:lnTo>
                  <a:lnTo>
                    <a:pt x="5410200" y="25400"/>
                  </a:lnTo>
                  <a:close/>
                </a:path>
                <a:path w="8006080" h="76200">
                  <a:moveTo>
                    <a:pt x="5461000" y="25400"/>
                  </a:moveTo>
                  <a:lnTo>
                    <a:pt x="5435600" y="25400"/>
                  </a:lnTo>
                  <a:lnTo>
                    <a:pt x="5435600" y="50800"/>
                  </a:lnTo>
                  <a:lnTo>
                    <a:pt x="5461000" y="50800"/>
                  </a:lnTo>
                  <a:lnTo>
                    <a:pt x="5461000" y="25400"/>
                  </a:lnTo>
                  <a:close/>
                </a:path>
                <a:path w="8006080" h="76200">
                  <a:moveTo>
                    <a:pt x="5511800" y="25400"/>
                  </a:moveTo>
                  <a:lnTo>
                    <a:pt x="5486400" y="25400"/>
                  </a:lnTo>
                  <a:lnTo>
                    <a:pt x="5486400" y="50800"/>
                  </a:lnTo>
                  <a:lnTo>
                    <a:pt x="5511800" y="50800"/>
                  </a:lnTo>
                  <a:lnTo>
                    <a:pt x="5511800" y="25400"/>
                  </a:lnTo>
                  <a:close/>
                </a:path>
                <a:path w="8006080" h="76200">
                  <a:moveTo>
                    <a:pt x="5562600" y="25400"/>
                  </a:moveTo>
                  <a:lnTo>
                    <a:pt x="5537200" y="25400"/>
                  </a:lnTo>
                  <a:lnTo>
                    <a:pt x="5537200" y="50800"/>
                  </a:lnTo>
                  <a:lnTo>
                    <a:pt x="5562600" y="50800"/>
                  </a:lnTo>
                  <a:lnTo>
                    <a:pt x="5562600" y="25400"/>
                  </a:lnTo>
                  <a:close/>
                </a:path>
                <a:path w="8006080" h="76200">
                  <a:moveTo>
                    <a:pt x="5613400" y="25400"/>
                  </a:moveTo>
                  <a:lnTo>
                    <a:pt x="5588000" y="25400"/>
                  </a:lnTo>
                  <a:lnTo>
                    <a:pt x="5588000" y="50800"/>
                  </a:lnTo>
                  <a:lnTo>
                    <a:pt x="5613400" y="50800"/>
                  </a:lnTo>
                  <a:lnTo>
                    <a:pt x="5613400" y="25400"/>
                  </a:lnTo>
                  <a:close/>
                </a:path>
                <a:path w="8006080" h="76200">
                  <a:moveTo>
                    <a:pt x="5664200" y="25400"/>
                  </a:moveTo>
                  <a:lnTo>
                    <a:pt x="5638800" y="25400"/>
                  </a:lnTo>
                  <a:lnTo>
                    <a:pt x="5638800" y="50800"/>
                  </a:lnTo>
                  <a:lnTo>
                    <a:pt x="5664200" y="50800"/>
                  </a:lnTo>
                  <a:lnTo>
                    <a:pt x="5664200" y="25400"/>
                  </a:lnTo>
                  <a:close/>
                </a:path>
                <a:path w="8006080" h="76200">
                  <a:moveTo>
                    <a:pt x="5715000" y="25400"/>
                  </a:moveTo>
                  <a:lnTo>
                    <a:pt x="5689600" y="25400"/>
                  </a:lnTo>
                  <a:lnTo>
                    <a:pt x="5689600" y="50800"/>
                  </a:lnTo>
                  <a:lnTo>
                    <a:pt x="5715000" y="50800"/>
                  </a:lnTo>
                  <a:lnTo>
                    <a:pt x="5715000" y="25400"/>
                  </a:lnTo>
                  <a:close/>
                </a:path>
                <a:path w="8006080" h="76200">
                  <a:moveTo>
                    <a:pt x="5765800" y="25400"/>
                  </a:moveTo>
                  <a:lnTo>
                    <a:pt x="5740400" y="25400"/>
                  </a:lnTo>
                  <a:lnTo>
                    <a:pt x="5740400" y="50800"/>
                  </a:lnTo>
                  <a:lnTo>
                    <a:pt x="5765800" y="50800"/>
                  </a:lnTo>
                  <a:lnTo>
                    <a:pt x="5765800" y="25400"/>
                  </a:lnTo>
                  <a:close/>
                </a:path>
                <a:path w="8006080" h="76200">
                  <a:moveTo>
                    <a:pt x="5816600" y="25400"/>
                  </a:moveTo>
                  <a:lnTo>
                    <a:pt x="5791200" y="25400"/>
                  </a:lnTo>
                  <a:lnTo>
                    <a:pt x="5791200" y="50800"/>
                  </a:lnTo>
                  <a:lnTo>
                    <a:pt x="5816600" y="50800"/>
                  </a:lnTo>
                  <a:lnTo>
                    <a:pt x="5816600" y="25400"/>
                  </a:lnTo>
                  <a:close/>
                </a:path>
                <a:path w="8006080" h="76200">
                  <a:moveTo>
                    <a:pt x="5867400" y="25400"/>
                  </a:moveTo>
                  <a:lnTo>
                    <a:pt x="5842000" y="25400"/>
                  </a:lnTo>
                  <a:lnTo>
                    <a:pt x="5842000" y="50800"/>
                  </a:lnTo>
                  <a:lnTo>
                    <a:pt x="5867400" y="50800"/>
                  </a:lnTo>
                  <a:lnTo>
                    <a:pt x="5867400" y="25400"/>
                  </a:lnTo>
                  <a:close/>
                </a:path>
                <a:path w="8006080" h="76200">
                  <a:moveTo>
                    <a:pt x="5918200" y="25400"/>
                  </a:moveTo>
                  <a:lnTo>
                    <a:pt x="5892800" y="25400"/>
                  </a:lnTo>
                  <a:lnTo>
                    <a:pt x="5892800" y="50800"/>
                  </a:lnTo>
                  <a:lnTo>
                    <a:pt x="5918200" y="50800"/>
                  </a:lnTo>
                  <a:lnTo>
                    <a:pt x="5918200" y="25400"/>
                  </a:lnTo>
                  <a:close/>
                </a:path>
                <a:path w="8006080" h="76200">
                  <a:moveTo>
                    <a:pt x="5969000" y="25400"/>
                  </a:moveTo>
                  <a:lnTo>
                    <a:pt x="5943600" y="25400"/>
                  </a:lnTo>
                  <a:lnTo>
                    <a:pt x="5943600" y="50800"/>
                  </a:lnTo>
                  <a:lnTo>
                    <a:pt x="5969000" y="50800"/>
                  </a:lnTo>
                  <a:lnTo>
                    <a:pt x="5969000" y="25400"/>
                  </a:lnTo>
                  <a:close/>
                </a:path>
                <a:path w="8006080" h="76200">
                  <a:moveTo>
                    <a:pt x="6019800" y="25400"/>
                  </a:moveTo>
                  <a:lnTo>
                    <a:pt x="5994400" y="25400"/>
                  </a:lnTo>
                  <a:lnTo>
                    <a:pt x="5994400" y="50800"/>
                  </a:lnTo>
                  <a:lnTo>
                    <a:pt x="6019800" y="50800"/>
                  </a:lnTo>
                  <a:lnTo>
                    <a:pt x="6019800" y="25400"/>
                  </a:lnTo>
                  <a:close/>
                </a:path>
                <a:path w="8006080" h="76200">
                  <a:moveTo>
                    <a:pt x="6070600" y="25400"/>
                  </a:moveTo>
                  <a:lnTo>
                    <a:pt x="6045200" y="25400"/>
                  </a:lnTo>
                  <a:lnTo>
                    <a:pt x="6045200" y="50800"/>
                  </a:lnTo>
                  <a:lnTo>
                    <a:pt x="6070600" y="50800"/>
                  </a:lnTo>
                  <a:lnTo>
                    <a:pt x="6070600" y="25400"/>
                  </a:lnTo>
                  <a:close/>
                </a:path>
                <a:path w="8006080" h="76200">
                  <a:moveTo>
                    <a:pt x="6121400" y="25400"/>
                  </a:moveTo>
                  <a:lnTo>
                    <a:pt x="6096000" y="25400"/>
                  </a:lnTo>
                  <a:lnTo>
                    <a:pt x="6096000" y="50800"/>
                  </a:lnTo>
                  <a:lnTo>
                    <a:pt x="6121400" y="50800"/>
                  </a:lnTo>
                  <a:lnTo>
                    <a:pt x="6121400" y="25400"/>
                  </a:lnTo>
                  <a:close/>
                </a:path>
                <a:path w="8006080" h="76200">
                  <a:moveTo>
                    <a:pt x="6172200" y="25400"/>
                  </a:moveTo>
                  <a:lnTo>
                    <a:pt x="6146800" y="25400"/>
                  </a:lnTo>
                  <a:lnTo>
                    <a:pt x="6146800" y="50800"/>
                  </a:lnTo>
                  <a:lnTo>
                    <a:pt x="6172200" y="50800"/>
                  </a:lnTo>
                  <a:lnTo>
                    <a:pt x="6172200" y="25400"/>
                  </a:lnTo>
                  <a:close/>
                </a:path>
                <a:path w="8006080" h="76200">
                  <a:moveTo>
                    <a:pt x="6223000" y="25400"/>
                  </a:moveTo>
                  <a:lnTo>
                    <a:pt x="6197600" y="25400"/>
                  </a:lnTo>
                  <a:lnTo>
                    <a:pt x="6197600" y="50800"/>
                  </a:lnTo>
                  <a:lnTo>
                    <a:pt x="6223000" y="50800"/>
                  </a:lnTo>
                  <a:lnTo>
                    <a:pt x="6223000" y="25400"/>
                  </a:lnTo>
                  <a:close/>
                </a:path>
                <a:path w="8006080" h="76200">
                  <a:moveTo>
                    <a:pt x="6273800" y="25400"/>
                  </a:moveTo>
                  <a:lnTo>
                    <a:pt x="6248400" y="25400"/>
                  </a:lnTo>
                  <a:lnTo>
                    <a:pt x="6248400" y="50800"/>
                  </a:lnTo>
                  <a:lnTo>
                    <a:pt x="6273800" y="50800"/>
                  </a:lnTo>
                  <a:lnTo>
                    <a:pt x="6273800" y="25400"/>
                  </a:lnTo>
                  <a:close/>
                </a:path>
                <a:path w="8006080" h="76200">
                  <a:moveTo>
                    <a:pt x="6324600" y="25400"/>
                  </a:moveTo>
                  <a:lnTo>
                    <a:pt x="6299200" y="25400"/>
                  </a:lnTo>
                  <a:lnTo>
                    <a:pt x="6299200" y="50800"/>
                  </a:lnTo>
                  <a:lnTo>
                    <a:pt x="6324600" y="50800"/>
                  </a:lnTo>
                  <a:lnTo>
                    <a:pt x="6324600" y="25400"/>
                  </a:lnTo>
                  <a:close/>
                </a:path>
                <a:path w="8006080" h="76200">
                  <a:moveTo>
                    <a:pt x="6375400" y="25400"/>
                  </a:moveTo>
                  <a:lnTo>
                    <a:pt x="6350000" y="25400"/>
                  </a:lnTo>
                  <a:lnTo>
                    <a:pt x="6350000" y="50800"/>
                  </a:lnTo>
                  <a:lnTo>
                    <a:pt x="6375400" y="50800"/>
                  </a:lnTo>
                  <a:lnTo>
                    <a:pt x="6375400" y="25400"/>
                  </a:lnTo>
                  <a:close/>
                </a:path>
                <a:path w="8006080" h="76200">
                  <a:moveTo>
                    <a:pt x="6426200" y="25400"/>
                  </a:moveTo>
                  <a:lnTo>
                    <a:pt x="6400800" y="25400"/>
                  </a:lnTo>
                  <a:lnTo>
                    <a:pt x="6400800" y="50800"/>
                  </a:lnTo>
                  <a:lnTo>
                    <a:pt x="6426200" y="50800"/>
                  </a:lnTo>
                  <a:lnTo>
                    <a:pt x="6426200" y="25400"/>
                  </a:lnTo>
                  <a:close/>
                </a:path>
                <a:path w="8006080" h="76200">
                  <a:moveTo>
                    <a:pt x="6477000" y="25400"/>
                  </a:moveTo>
                  <a:lnTo>
                    <a:pt x="6451600" y="25400"/>
                  </a:lnTo>
                  <a:lnTo>
                    <a:pt x="6451600" y="50800"/>
                  </a:lnTo>
                  <a:lnTo>
                    <a:pt x="6477000" y="50800"/>
                  </a:lnTo>
                  <a:lnTo>
                    <a:pt x="6477000" y="25400"/>
                  </a:lnTo>
                  <a:close/>
                </a:path>
                <a:path w="8006080" h="76200">
                  <a:moveTo>
                    <a:pt x="6527800" y="25400"/>
                  </a:moveTo>
                  <a:lnTo>
                    <a:pt x="6502400" y="25400"/>
                  </a:lnTo>
                  <a:lnTo>
                    <a:pt x="6502400" y="50800"/>
                  </a:lnTo>
                  <a:lnTo>
                    <a:pt x="6527800" y="50800"/>
                  </a:lnTo>
                  <a:lnTo>
                    <a:pt x="6527800" y="25400"/>
                  </a:lnTo>
                  <a:close/>
                </a:path>
                <a:path w="8006080" h="76200">
                  <a:moveTo>
                    <a:pt x="6578600" y="25400"/>
                  </a:moveTo>
                  <a:lnTo>
                    <a:pt x="6553200" y="25400"/>
                  </a:lnTo>
                  <a:lnTo>
                    <a:pt x="6553200" y="50800"/>
                  </a:lnTo>
                  <a:lnTo>
                    <a:pt x="6578600" y="50800"/>
                  </a:lnTo>
                  <a:lnTo>
                    <a:pt x="6578600" y="25400"/>
                  </a:lnTo>
                  <a:close/>
                </a:path>
                <a:path w="8006080" h="76200">
                  <a:moveTo>
                    <a:pt x="6629400" y="25400"/>
                  </a:moveTo>
                  <a:lnTo>
                    <a:pt x="6604000" y="25400"/>
                  </a:lnTo>
                  <a:lnTo>
                    <a:pt x="6604000" y="50800"/>
                  </a:lnTo>
                  <a:lnTo>
                    <a:pt x="6629400" y="50800"/>
                  </a:lnTo>
                  <a:lnTo>
                    <a:pt x="6629400" y="25400"/>
                  </a:lnTo>
                  <a:close/>
                </a:path>
                <a:path w="8006080" h="76200">
                  <a:moveTo>
                    <a:pt x="6680200" y="25400"/>
                  </a:moveTo>
                  <a:lnTo>
                    <a:pt x="6654800" y="25400"/>
                  </a:lnTo>
                  <a:lnTo>
                    <a:pt x="6654800" y="50800"/>
                  </a:lnTo>
                  <a:lnTo>
                    <a:pt x="6680200" y="50800"/>
                  </a:lnTo>
                  <a:lnTo>
                    <a:pt x="6680200" y="25400"/>
                  </a:lnTo>
                  <a:close/>
                </a:path>
                <a:path w="8006080" h="76200">
                  <a:moveTo>
                    <a:pt x="6731000" y="25400"/>
                  </a:moveTo>
                  <a:lnTo>
                    <a:pt x="6705600" y="25400"/>
                  </a:lnTo>
                  <a:lnTo>
                    <a:pt x="6705600" y="50800"/>
                  </a:lnTo>
                  <a:lnTo>
                    <a:pt x="6731000" y="50800"/>
                  </a:lnTo>
                  <a:lnTo>
                    <a:pt x="6731000" y="25400"/>
                  </a:lnTo>
                  <a:close/>
                </a:path>
                <a:path w="8006080" h="76200">
                  <a:moveTo>
                    <a:pt x="6781800" y="25400"/>
                  </a:moveTo>
                  <a:lnTo>
                    <a:pt x="6756400" y="25400"/>
                  </a:lnTo>
                  <a:lnTo>
                    <a:pt x="6756400" y="50800"/>
                  </a:lnTo>
                  <a:lnTo>
                    <a:pt x="6781800" y="50800"/>
                  </a:lnTo>
                  <a:lnTo>
                    <a:pt x="6781800" y="25400"/>
                  </a:lnTo>
                  <a:close/>
                </a:path>
                <a:path w="8006080" h="76200">
                  <a:moveTo>
                    <a:pt x="6832600" y="25400"/>
                  </a:moveTo>
                  <a:lnTo>
                    <a:pt x="6807200" y="25400"/>
                  </a:lnTo>
                  <a:lnTo>
                    <a:pt x="6807200" y="50800"/>
                  </a:lnTo>
                  <a:lnTo>
                    <a:pt x="6832600" y="50800"/>
                  </a:lnTo>
                  <a:lnTo>
                    <a:pt x="6832600" y="25400"/>
                  </a:lnTo>
                  <a:close/>
                </a:path>
                <a:path w="8006080" h="76200">
                  <a:moveTo>
                    <a:pt x="6883400" y="25400"/>
                  </a:moveTo>
                  <a:lnTo>
                    <a:pt x="6858000" y="25400"/>
                  </a:lnTo>
                  <a:lnTo>
                    <a:pt x="6858000" y="50800"/>
                  </a:lnTo>
                  <a:lnTo>
                    <a:pt x="6883400" y="50800"/>
                  </a:lnTo>
                  <a:lnTo>
                    <a:pt x="6883400" y="25400"/>
                  </a:lnTo>
                  <a:close/>
                </a:path>
                <a:path w="8006080" h="76200">
                  <a:moveTo>
                    <a:pt x="6934200" y="25400"/>
                  </a:moveTo>
                  <a:lnTo>
                    <a:pt x="6908800" y="25400"/>
                  </a:lnTo>
                  <a:lnTo>
                    <a:pt x="6908800" y="50800"/>
                  </a:lnTo>
                  <a:lnTo>
                    <a:pt x="6934200" y="50800"/>
                  </a:lnTo>
                  <a:lnTo>
                    <a:pt x="6934200" y="25400"/>
                  </a:lnTo>
                  <a:close/>
                </a:path>
                <a:path w="8006080" h="76200">
                  <a:moveTo>
                    <a:pt x="6985000" y="25400"/>
                  </a:moveTo>
                  <a:lnTo>
                    <a:pt x="6959600" y="25400"/>
                  </a:lnTo>
                  <a:lnTo>
                    <a:pt x="6959600" y="50800"/>
                  </a:lnTo>
                  <a:lnTo>
                    <a:pt x="6985000" y="50800"/>
                  </a:lnTo>
                  <a:lnTo>
                    <a:pt x="6985000" y="25400"/>
                  </a:lnTo>
                  <a:close/>
                </a:path>
                <a:path w="8006080" h="76200">
                  <a:moveTo>
                    <a:pt x="7035800" y="25400"/>
                  </a:moveTo>
                  <a:lnTo>
                    <a:pt x="7010400" y="25400"/>
                  </a:lnTo>
                  <a:lnTo>
                    <a:pt x="7010400" y="50800"/>
                  </a:lnTo>
                  <a:lnTo>
                    <a:pt x="7035800" y="50800"/>
                  </a:lnTo>
                  <a:lnTo>
                    <a:pt x="7035800" y="25400"/>
                  </a:lnTo>
                  <a:close/>
                </a:path>
                <a:path w="8006080" h="76200">
                  <a:moveTo>
                    <a:pt x="7086600" y="25400"/>
                  </a:moveTo>
                  <a:lnTo>
                    <a:pt x="7061200" y="25400"/>
                  </a:lnTo>
                  <a:lnTo>
                    <a:pt x="7061200" y="50800"/>
                  </a:lnTo>
                  <a:lnTo>
                    <a:pt x="7086600" y="50800"/>
                  </a:lnTo>
                  <a:lnTo>
                    <a:pt x="7086600" y="25400"/>
                  </a:lnTo>
                  <a:close/>
                </a:path>
                <a:path w="8006080" h="76200">
                  <a:moveTo>
                    <a:pt x="7137400" y="25400"/>
                  </a:moveTo>
                  <a:lnTo>
                    <a:pt x="7112000" y="25400"/>
                  </a:lnTo>
                  <a:lnTo>
                    <a:pt x="7112000" y="50800"/>
                  </a:lnTo>
                  <a:lnTo>
                    <a:pt x="7137400" y="50800"/>
                  </a:lnTo>
                  <a:lnTo>
                    <a:pt x="7137400" y="25400"/>
                  </a:lnTo>
                  <a:close/>
                </a:path>
                <a:path w="8006080" h="76200">
                  <a:moveTo>
                    <a:pt x="7188200" y="25400"/>
                  </a:moveTo>
                  <a:lnTo>
                    <a:pt x="7162800" y="25400"/>
                  </a:lnTo>
                  <a:lnTo>
                    <a:pt x="7162800" y="50800"/>
                  </a:lnTo>
                  <a:lnTo>
                    <a:pt x="7188200" y="50800"/>
                  </a:lnTo>
                  <a:lnTo>
                    <a:pt x="7188200" y="25400"/>
                  </a:lnTo>
                  <a:close/>
                </a:path>
                <a:path w="8006080" h="76200">
                  <a:moveTo>
                    <a:pt x="7239000" y="25400"/>
                  </a:moveTo>
                  <a:lnTo>
                    <a:pt x="7213600" y="25400"/>
                  </a:lnTo>
                  <a:lnTo>
                    <a:pt x="7213600" y="50800"/>
                  </a:lnTo>
                  <a:lnTo>
                    <a:pt x="7239000" y="50800"/>
                  </a:lnTo>
                  <a:lnTo>
                    <a:pt x="7239000" y="25400"/>
                  </a:lnTo>
                  <a:close/>
                </a:path>
                <a:path w="8006080" h="76200">
                  <a:moveTo>
                    <a:pt x="7289800" y="25400"/>
                  </a:moveTo>
                  <a:lnTo>
                    <a:pt x="7264400" y="25400"/>
                  </a:lnTo>
                  <a:lnTo>
                    <a:pt x="7264400" y="50800"/>
                  </a:lnTo>
                  <a:lnTo>
                    <a:pt x="7289800" y="50800"/>
                  </a:lnTo>
                  <a:lnTo>
                    <a:pt x="7289800" y="25400"/>
                  </a:lnTo>
                  <a:close/>
                </a:path>
                <a:path w="8006080" h="76200">
                  <a:moveTo>
                    <a:pt x="7340600" y="25400"/>
                  </a:moveTo>
                  <a:lnTo>
                    <a:pt x="7315200" y="25400"/>
                  </a:lnTo>
                  <a:lnTo>
                    <a:pt x="7315200" y="50800"/>
                  </a:lnTo>
                  <a:lnTo>
                    <a:pt x="7340600" y="50800"/>
                  </a:lnTo>
                  <a:lnTo>
                    <a:pt x="7340600" y="25400"/>
                  </a:lnTo>
                  <a:close/>
                </a:path>
                <a:path w="8006080" h="76200">
                  <a:moveTo>
                    <a:pt x="7391400" y="25400"/>
                  </a:moveTo>
                  <a:lnTo>
                    <a:pt x="7366000" y="25400"/>
                  </a:lnTo>
                  <a:lnTo>
                    <a:pt x="7366000" y="50800"/>
                  </a:lnTo>
                  <a:lnTo>
                    <a:pt x="7391400" y="50800"/>
                  </a:lnTo>
                  <a:lnTo>
                    <a:pt x="7391400" y="25400"/>
                  </a:lnTo>
                  <a:close/>
                </a:path>
                <a:path w="8006080" h="76200">
                  <a:moveTo>
                    <a:pt x="7442200" y="25400"/>
                  </a:moveTo>
                  <a:lnTo>
                    <a:pt x="7416800" y="25400"/>
                  </a:lnTo>
                  <a:lnTo>
                    <a:pt x="7416800" y="50800"/>
                  </a:lnTo>
                  <a:lnTo>
                    <a:pt x="7442200" y="50800"/>
                  </a:lnTo>
                  <a:lnTo>
                    <a:pt x="7442200" y="25400"/>
                  </a:lnTo>
                  <a:close/>
                </a:path>
                <a:path w="8006080" h="76200">
                  <a:moveTo>
                    <a:pt x="7493000" y="25400"/>
                  </a:moveTo>
                  <a:lnTo>
                    <a:pt x="7467600" y="25400"/>
                  </a:lnTo>
                  <a:lnTo>
                    <a:pt x="7467600" y="50800"/>
                  </a:lnTo>
                  <a:lnTo>
                    <a:pt x="7493000" y="50800"/>
                  </a:lnTo>
                  <a:lnTo>
                    <a:pt x="7493000" y="25400"/>
                  </a:lnTo>
                  <a:close/>
                </a:path>
                <a:path w="8006080" h="76200">
                  <a:moveTo>
                    <a:pt x="7543800" y="25400"/>
                  </a:moveTo>
                  <a:lnTo>
                    <a:pt x="7518400" y="25400"/>
                  </a:lnTo>
                  <a:lnTo>
                    <a:pt x="7518400" y="50800"/>
                  </a:lnTo>
                  <a:lnTo>
                    <a:pt x="7543800" y="50800"/>
                  </a:lnTo>
                  <a:lnTo>
                    <a:pt x="7543800" y="25400"/>
                  </a:lnTo>
                  <a:close/>
                </a:path>
                <a:path w="8006080" h="76200">
                  <a:moveTo>
                    <a:pt x="7594600" y="25400"/>
                  </a:moveTo>
                  <a:lnTo>
                    <a:pt x="7569200" y="25400"/>
                  </a:lnTo>
                  <a:lnTo>
                    <a:pt x="7569200" y="50800"/>
                  </a:lnTo>
                  <a:lnTo>
                    <a:pt x="7594600" y="50800"/>
                  </a:lnTo>
                  <a:lnTo>
                    <a:pt x="7594600" y="25400"/>
                  </a:lnTo>
                  <a:close/>
                </a:path>
                <a:path w="8006080" h="76200">
                  <a:moveTo>
                    <a:pt x="7645400" y="25400"/>
                  </a:moveTo>
                  <a:lnTo>
                    <a:pt x="7620000" y="25400"/>
                  </a:lnTo>
                  <a:lnTo>
                    <a:pt x="7620000" y="50800"/>
                  </a:lnTo>
                  <a:lnTo>
                    <a:pt x="7645400" y="50800"/>
                  </a:lnTo>
                  <a:lnTo>
                    <a:pt x="7645400" y="25400"/>
                  </a:lnTo>
                  <a:close/>
                </a:path>
                <a:path w="8006080" h="76200">
                  <a:moveTo>
                    <a:pt x="7696200" y="25400"/>
                  </a:moveTo>
                  <a:lnTo>
                    <a:pt x="7670800" y="25400"/>
                  </a:lnTo>
                  <a:lnTo>
                    <a:pt x="7670800" y="50800"/>
                  </a:lnTo>
                  <a:lnTo>
                    <a:pt x="7696200" y="50800"/>
                  </a:lnTo>
                  <a:lnTo>
                    <a:pt x="7696200" y="25400"/>
                  </a:lnTo>
                  <a:close/>
                </a:path>
                <a:path w="8006080" h="76200">
                  <a:moveTo>
                    <a:pt x="7747000" y="25400"/>
                  </a:moveTo>
                  <a:lnTo>
                    <a:pt x="7721600" y="25400"/>
                  </a:lnTo>
                  <a:lnTo>
                    <a:pt x="7721600" y="50800"/>
                  </a:lnTo>
                  <a:lnTo>
                    <a:pt x="7747000" y="50800"/>
                  </a:lnTo>
                  <a:lnTo>
                    <a:pt x="7747000" y="25400"/>
                  </a:lnTo>
                  <a:close/>
                </a:path>
                <a:path w="8006080" h="76200">
                  <a:moveTo>
                    <a:pt x="7797800" y="25400"/>
                  </a:moveTo>
                  <a:lnTo>
                    <a:pt x="7772400" y="25400"/>
                  </a:lnTo>
                  <a:lnTo>
                    <a:pt x="7772400" y="50800"/>
                  </a:lnTo>
                  <a:lnTo>
                    <a:pt x="7797800" y="50800"/>
                  </a:lnTo>
                  <a:lnTo>
                    <a:pt x="7797800" y="25400"/>
                  </a:lnTo>
                  <a:close/>
                </a:path>
                <a:path w="8006080" h="76200">
                  <a:moveTo>
                    <a:pt x="7848600" y="25400"/>
                  </a:moveTo>
                  <a:lnTo>
                    <a:pt x="7823200" y="25400"/>
                  </a:lnTo>
                  <a:lnTo>
                    <a:pt x="7823200" y="50800"/>
                  </a:lnTo>
                  <a:lnTo>
                    <a:pt x="7848600" y="50800"/>
                  </a:lnTo>
                  <a:lnTo>
                    <a:pt x="7848600" y="25400"/>
                  </a:lnTo>
                  <a:close/>
                </a:path>
                <a:path w="8006080" h="76200">
                  <a:moveTo>
                    <a:pt x="7899400" y="25400"/>
                  </a:moveTo>
                  <a:lnTo>
                    <a:pt x="7874000" y="25400"/>
                  </a:lnTo>
                  <a:lnTo>
                    <a:pt x="7874000" y="50800"/>
                  </a:lnTo>
                  <a:lnTo>
                    <a:pt x="7899400" y="50800"/>
                  </a:lnTo>
                  <a:lnTo>
                    <a:pt x="7899400" y="25400"/>
                  </a:lnTo>
                  <a:close/>
                </a:path>
                <a:path w="8006080" h="76200">
                  <a:moveTo>
                    <a:pt x="7967471" y="0"/>
                  </a:moveTo>
                  <a:lnTo>
                    <a:pt x="7952624" y="2988"/>
                  </a:lnTo>
                  <a:lnTo>
                    <a:pt x="7940516" y="11144"/>
                  </a:lnTo>
                  <a:lnTo>
                    <a:pt x="7932360" y="23252"/>
                  </a:lnTo>
                  <a:lnTo>
                    <a:pt x="7929371" y="38100"/>
                  </a:lnTo>
                  <a:lnTo>
                    <a:pt x="7932360" y="52947"/>
                  </a:lnTo>
                  <a:lnTo>
                    <a:pt x="7940516" y="65055"/>
                  </a:lnTo>
                  <a:lnTo>
                    <a:pt x="7952624" y="73211"/>
                  </a:lnTo>
                  <a:lnTo>
                    <a:pt x="7967471" y="76200"/>
                  </a:lnTo>
                  <a:lnTo>
                    <a:pt x="7982319" y="73211"/>
                  </a:lnTo>
                  <a:lnTo>
                    <a:pt x="7994427" y="65055"/>
                  </a:lnTo>
                  <a:lnTo>
                    <a:pt x="8002583" y="52947"/>
                  </a:lnTo>
                  <a:lnTo>
                    <a:pt x="8003015" y="50800"/>
                  </a:lnTo>
                  <a:lnTo>
                    <a:pt x="7950200" y="50800"/>
                  </a:lnTo>
                  <a:lnTo>
                    <a:pt x="7950200" y="25400"/>
                  </a:lnTo>
                  <a:lnTo>
                    <a:pt x="8003015" y="25400"/>
                  </a:lnTo>
                  <a:lnTo>
                    <a:pt x="8002583" y="23252"/>
                  </a:lnTo>
                  <a:lnTo>
                    <a:pt x="7994427" y="11144"/>
                  </a:lnTo>
                  <a:lnTo>
                    <a:pt x="7982319" y="2988"/>
                  </a:lnTo>
                  <a:lnTo>
                    <a:pt x="7967471" y="0"/>
                  </a:lnTo>
                  <a:close/>
                </a:path>
                <a:path w="8006080" h="76200">
                  <a:moveTo>
                    <a:pt x="7931928" y="25400"/>
                  </a:moveTo>
                  <a:lnTo>
                    <a:pt x="7924800" y="25400"/>
                  </a:lnTo>
                  <a:lnTo>
                    <a:pt x="7924800" y="50800"/>
                  </a:lnTo>
                  <a:lnTo>
                    <a:pt x="7931928" y="50800"/>
                  </a:lnTo>
                  <a:lnTo>
                    <a:pt x="7929371" y="38100"/>
                  </a:lnTo>
                  <a:lnTo>
                    <a:pt x="7931928" y="25400"/>
                  </a:lnTo>
                  <a:close/>
                </a:path>
                <a:path w="8006080" h="76200">
                  <a:moveTo>
                    <a:pt x="8003015" y="25400"/>
                  </a:moveTo>
                  <a:lnTo>
                    <a:pt x="7950200" y="25400"/>
                  </a:lnTo>
                  <a:lnTo>
                    <a:pt x="7950200" y="50800"/>
                  </a:lnTo>
                  <a:lnTo>
                    <a:pt x="8003015" y="50800"/>
                  </a:lnTo>
                  <a:lnTo>
                    <a:pt x="8005571" y="38100"/>
                  </a:lnTo>
                  <a:lnTo>
                    <a:pt x="8003015" y="2540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398" y="5132451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159753" y="0"/>
                  </a:moveTo>
                  <a:lnTo>
                    <a:pt x="0" y="159765"/>
                  </a:lnTo>
                  <a:lnTo>
                    <a:pt x="159753" y="319532"/>
                  </a:lnTo>
                  <a:lnTo>
                    <a:pt x="1597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1152" y="5132451"/>
              <a:ext cx="160020" cy="320040"/>
            </a:xfrm>
            <a:custGeom>
              <a:avLst/>
              <a:gdLst/>
              <a:ahLst/>
              <a:cxnLst/>
              <a:rect l="l" t="t" r="r" b="b"/>
              <a:pathLst>
                <a:path w="160020" h="320039">
                  <a:moveTo>
                    <a:pt x="0" y="0"/>
                  </a:moveTo>
                  <a:lnTo>
                    <a:pt x="0" y="319532"/>
                  </a:lnTo>
                  <a:lnTo>
                    <a:pt x="159753" y="159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6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D5E0F42-B222-460C-9E9A-1792D40CD0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65577" y="6189943"/>
            <a:ext cx="320675" cy="156068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2</a:t>
            </a:fld>
            <a:endParaRPr lang="en-US"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6548-3404-4538-A959-0B874542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1. Introduction –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C5914-B1BD-4997-8699-F8EB6A140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451" y="5253042"/>
            <a:ext cx="8305800" cy="276999"/>
          </a:xfrm>
        </p:spPr>
        <p:txBody>
          <a:bodyPr/>
          <a:lstStyle/>
          <a:p>
            <a:r>
              <a:rPr lang="en-US" b="1" dirty="0"/>
              <a:t>Problem: </a:t>
            </a:r>
            <a:r>
              <a:rPr lang="en-US" dirty="0"/>
              <a:t>Explain the automated trading </a:t>
            </a:r>
            <a:r>
              <a:rPr lang="en-US" dirty="0" err="1"/>
              <a:t>behaviour</a:t>
            </a:r>
            <a:r>
              <a:rPr lang="en-US" dirty="0"/>
              <a:t> of SARSA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B3741-4CFF-4150-BA61-9DD2B7CD39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3</a:t>
            </a:fld>
            <a:endParaRPr lang="en-US"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8DF7B-2B22-4B7D-982A-708744D12974}"/>
              </a:ext>
            </a:extLst>
          </p:cNvPr>
          <p:cNvSpPr txBox="1"/>
          <p:nvPr/>
        </p:nvSpPr>
        <p:spPr>
          <a:xfrm>
            <a:off x="435427" y="1330365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Automated Trading status</a:t>
            </a:r>
            <a:r>
              <a:rPr lang="en-US" dirty="0">
                <a:latin typeface="+mn-lt"/>
              </a:rPr>
              <a:t>: Among RL methods, Deep SARSA is an on-policy approach with high stability, making it suitable for noisy financial data.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9FD67B-756B-4C21-8264-E12036E0F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54" y="2663785"/>
            <a:ext cx="4692891" cy="15304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29C446-B690-427C-B2B2-D17F1DE76C09}"/>
              </a:ext>
            </a:extLst>
          </p:cNvPr>
          <p:cNvSpPr txBox="1"/>
          <p:nvPr/>
        </p:nvSpPr>
        <p:spPr>
          <a:xfrm>
            <a:off x="1382032" y="4194214"/>
            <a:ext cx="655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Figure 1: The standard automated trading process using RL.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A3A10F-12F7-4307-85E7-1378055CCCA5}"/>
              </a:ext>
            </a:extLst>
          </p:cNvPr>
          <p:cNvSpPr txBox="1"/>
          <p:nvPr/>
        </p:nvSpPr>
        <p:spPr>
          <a:xfrm>
            <a:off x="435427" y="1978597"/>
            <a:ext cx="849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  <a:sym typeface="Wingdings" panose="05000000000000000000" pitchFamily="2" charset="2"/>
              </a:rPr>
              <a:t> Leading to various model agent used in trading to compared but lack of explanations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972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6548-3404-4538-A959-0B874542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1. Introduction - Challenges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942BBA-44BB-4FE9-86B3-C295FC0B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" y="2557073"/>
            <a:ext cx="3012763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16A80A-05E7-44E5-A073-8E96DC9E6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887" y="2938072"/>
            <a:ext cx="6010749" cy="2291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18A435-9B9D-4494-94FF-3F05663103CF}"/>
              </a:ext>
            </a:extLst>
          </p:cNvPr>
          <p:cNvSpPr txBox="1"/>
          <p:nvPr/>
        </p:nvSpPr>
        <p:spPr>
          <a:xfrm>
            <a:off x="990600" y="1547229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Deep RL models fundamentally act as opaque “Black-Box”</a:t>
            </a:r>
          </a:p>
        </p:txBody>
      </p:sp>
    </p:spTree>
    <p:extLst>
      <p:ext uri="{BB962C8B-B14F-4D97-AF65-F5344CB8AC3E}">
        <p14:creationId xmlns:p14="http://schemas.microsoft.com/office/powerpoint/2010/main" val="51449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EFF0-CED4-40AD-BEFC-D35F7A00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6" y="414274"/>
            <a:ext cx="6360923" cy="984885"/>
          </a:xfrm>
        </p:spPr>
        <p:txBody>
          <a:bodyPr/>
          <a:lstStyle/>
          <a:p>
            <a:r>
              <a:rPr lang="en-US" dirty="0"/>
              <a:t>1. Introduction – Research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71133-6DF4-4A4F-8F4C-84B168862C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5</a:t>
            </a:fld>
            <a:endParaRPr lang="en-US" spc="-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178095-0168-4CF7-81E7-D7C21AB3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419" y="1458874"/>
            <a:ext cx="5972856" cy="39402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A0BCC3-CC18-4424-8A27-76EE4AACEBA6}"/>
              </a:ext>
            </a:extLst>
          </p:cNvPr>
          <p:cNvSpPr txBox="1"/>
          <p:nvPr/>
        </p:nvSpPr>
        <p:spPr>
          <a:xfrm>
            <a:off x="381000" y="12192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Proposed Approach:</a:t>
            </a:r>
          </a:p>
          <a:p>
            <a:r>
              <a:rPr lang="en-US" dirty="0">
                <a:latin typeface="+mn-lt"/>
              </a:rPr>
              <a:t>An Explainable Reinforcement Learning (XRL) framework designed for Deep SARSA.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F90D70-892D-4D41-BEB5-1CF4A3D5EEAC}"/>
              </a:ext>
            </a:extLst>
          </p:cNvPr>
          <p:cNvSpPr txBox="1"/>
          <p:nvPr/>
        </p:nvSpPr>
        <p:spPr>
          <a:xfrm>
            <a:off x="4077947" y="5395918"/>
            <a:ext cx="373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3: Proposal of the method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AF4A4-08B1-4CCB-8F84-3F32179A46C0}"/>
              </a:ext>
            </a:extLst>
          </p:cNvPr>
          <p:cNvSpPr txBox="1"/>
          <p:nvPr/>
        </p:nvSpPr>
        <p:spPr>
          <a:xfrm>
            <a:off x="381000" y="4195589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Goal:</a:t>
            </a:r>
          </a:p>
          <a:p>
            <a:r>
              <a:rPr lang="en-US" dirty="0">
                <a:latin typeface="+mn-lt"/>
              </a:rPr>
              <a:t>Clarify decision-making at both the reward structure level and the input feature level.</a:t>
            </a:r>
          </a:p>
        </p:txBody>
      </p:sp>
    </p:spTree>
    <p:extLst>
      <p:ext uri="{BB962C8B-B14F-4D97-AF65-F5344CB8AC3E}">
        <p14:creationId xmlns:p14="http://schemas.microsoft.com/office/powerpoint/2010/main" val="35633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EFF0-CED4-40AD-BEFC-D35F7A00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6" y="414274"/>
            <a:ext cx="6437123" cy="984885"/>
          </a:xfrm>
        </p:spPr>
        <p:txBody>
          <a:bodyPr/>
          <a:lstStyle/>
          <a:p>
            <a:r>
              <a:rPr lang="en-US" dirty="0"/>
              <a:t>1. Introduction – Research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BD13-B2DF-499B-AE0C-9A9DECEDD270}"/>
              </a:ext>
            </a:extLst>
          </p:cNvPr>
          <p:cNvSpPr txBox="1"/>
          <p:nvPr/>
        </p:nvSpPr>
        <p:spPr>
          <a:xfrm>
            <a:off x="647698" y="1180973"/>
            <a:ext cx="7848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Research question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Question 1</a:t>
            </a:r>
            <a:r>
              <a:rPr lang="en-US" dirty="0">
                <a:latin typeface="+mn-lt"/>
              </a:rPr>
              <a:t>: How to identify the minimal sufficient reasons justifying a decision?</a:t>
            </a:r>
          </a:p>
          <a:p>
            <a:r>
              <a:rPr lang="en-US" b="1" dirty="0">
                <a:latin typeface="+mn-lt"/>
              </a:rPr>
              <a:t>Question 2:</a:t>
            </a:r>
            <a:r>
              <a:rPr lang="en-US" dirty="0">
                <a:latin typeface="+mn-lt"/>
              </a:rPr>
              <a:t> How do technical indicators impact Q-values in the </a:t>
            </a:r>
            <a:r>
              <a:rPr lang="en-US" dirty="0" err="1">
                <a:latin typeface="+mn-lt"/>
              </a:rPr>
              <a:t>VNStock</a:t>
            </a:r>
            <a:r>
              <a:rPr lang="en-US" dirty="0">
                <a:latin typeface="+mn-lt"/>
              </a:rPr>
              <a:t> market?</a:t>
            </a:r>
            <a:endParaRPr lang="en-US" b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CE969-E68F-44F9-91AE-39926F207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08" y="2819400"/>
            <a:ext cx="5561383" cy="285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0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2. Related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7FEAC-AF77-4C97-8500-90AADF60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214350"/>
            <a:ext cx="2581910" cy="1129050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Learning to trade optimized but lack of transparency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7</a:t>
            </a:fld>
            <a:endParaRPr lang="en-US" spc="-5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D4B0334-7071-4F81-AE54-432D34E60010}"/>
              </a:ext>
            </a:extLst>
          </p:cNvPr>
          <p:cNvSpPr txBox="1">
            <a:spLocks/>
          </p:cNvSpPr>
          <p:nvPr/>
        </p:nvSpPr>
        <p:spPr>
          <a:xfrm>
            <a:off x="304800" y="1166959"/>
            <a:ext cx="8305800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Direct RL in Trading[1]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methods attempt to forecasting the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RL optimizes actions directly for performance (e.g. Sharpe ratio).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 SARSA leverages this direct action – value mapping.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68E6C3-A0BE-4A35-9E2D-8A7153B38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388747"/>
            <a:ext cx="5096510" cy="2634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72B518-FFD6-4518-B274-4C78DC34E302}"/>
              </a:ext>
            </a:extLst>
          </p:cNvPr>
          <p:cNvSpPr txBox="1"/>
          <p:nvPr/>
        </p:nvSpPr>
        <p:spPr>
          <a:xfrm>
            <a:off x="461167" y="5813221"/>
            <a:ext cx="8221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J. Moody and M. </a:t>
            </a:r>
            <a:r>
              <a:rPr lang="en-US" sz="1400" dirty="0" err="1"/>
              <a:t>Saffell</a:t>
            </a:r>
            <a:r>
              <a:rPr lang="en-US" sz="1400" dirty="0"/>
              <a:t>, "Learning to trade via direct reinforcement," </a:t>
            </a:r>
            <a:r>
              <a:rPr lang="en-US" sz="1400" i="1" dirty="0"/>
              <a:t>IEEE Transactions on Neural Networks</a:t>
            </a:r>
            <a:r>
              <a:rPr lang="en-US" sz="1400" dirty="0"/>
              <a:t>, vol. 12, no. 4, pp. 875-889, July 2001.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851D0-92D5-4473-AE01-72EF93AC3E15}"/>
              </a:ext>
            </a:extLst>
          </p:cNvPr>
          <p:cNvSpPr txBox="1"/>
          <p:nvPr/>
        </p:nvSpPr>
        <p:spPr>
          <a:xfrm>
            <a:off x="3729355" y="5029200"/>
            <a:ext cx="403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5: Forecasting vs Direct RL.</a:t>
            </a:r>
          </a:p>
        </p:txBody>
      </p:sp>
    </p:spTree>
    <p:extLst>
      <p:ext uri="{BB962C8B-B14F-4D97-AF65-F5344CB8AC3E}">
        <p14:creationId xmlns:p14="http://schemas.microsoft.com/office/powerpoint/2010/main" val="221584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2. Related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7FEAC-AF77-4C97-8500-90AADF60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14" y="1094600"/>
            <a:ext cx="8305800" cy="830997"/>
          </a:xfrm>
        </p:spPr>
        <p:txBody>
          <a:bodyPr/>
          <a:lstStyle/>
          <a:p>
            <a:r>
              <a:rPr lang="en-US" b="1" dirty="0"/>
              <a:t>Explainable RL via Reward Decompose[2]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RDX and MSX split scalar rewards into distinct, meaningful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why an agent prefers one action over another.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8</a:t>
            </a:fld>
            <a:endParaRPr lang="en-US"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4AA95-9715-4A27-87CC-E2FD29F89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253" y="2209800"/>
            <a:ext cx="5659004" cy="24384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8A3CB0A-F304-44AB-8822-E92359D5D53C}"/>
              </a:ext>
            </a:extLst>
          </p:cNvPr>
          <p:cNvSpPr txBox="1">
            <a:spLocks/>
          </p:cNvSpPr>
          <p:nvPr/>
        </p:nvSpPr>
        <p:spPr>
          <a:xfrm>
            <a:off x="304800" y="3141474"/>
            <a:ext cx="258191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Wingdings" panose="05000000000000000000" pitchFamily="2" charset="2"/>
              </a:rPr>
              <a:t> Lack of explain of the agent in the </a:t>
            </a:r>
            <a:r>
              <a:rPr lang="en-US" dirty="0" err="1">
                <a:sym typeface="Wingdings" panose="05000000000000000000" pitchFamily="2" charset="2"/>
              </a:rPr>
              <a:t>VietNam</a:t>
            </a:r>
            <a:r>
              <a:rPr lang="en-US" dirty="0">
                <a:sym typeface="Wingdings" panose="05000000000000000000" pitchFamily="2" charset="2"/>
              </a:rPr>
              <a:t> market index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3FBF374-7971-41D7-AEB5-577A5BF0E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4" y="5681637"/>
            <a:ext cx="8718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Z.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Juozapaitis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 Fern, M.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Erwig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F. Doshi-Velez, "Explainable reinforcement learning via reward decomposition," in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IJCAI/ECAI Workshop on Explainable Artificial Intelligence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2019, pp. 47-53.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46DB2-D59E-4914-8350-22EA6E85E77A}"/>
              </a:ext>
            </a:extLst>
          </p:cNvPr>
          <p:cNvSpPr txBox="1"/>
          <p:nvPr/>
        </p:nvSpPr>
        <p:spPr>
          <a:xfrm>
            <a:off x="3794455" y="4640986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6: Example graph demonstrate reward decompose method.</a:t>
            </a:r>
          </a:p>
        </p:txBody>
      </p:sp>
    </p:spTree>
    <p:extLst>
      <p:ext uri="{BB962C8B-B14F-4D97-AF65-F5344CB8AC3E}">
        <p14:creationId xmlns:p14="http://schemas.microsoft.com/office/powerpoint/2010/main" val="300796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3. Proposed method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9</a:t>
            </a:fld>
            <a:endParaRPr lang="en-US"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6E4B57-EBCC-4C7B-B66C-A0F450D31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34" y="970597"/>
            <a:ext cx="7463729" cy="350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9BB63-CD94-431C-BF26-26D51BA51AE9}"/>
              </a:ext>
            </a:extLst>
          </p:cNvPr>
          <p:cNvSpPr txBox="1"/>
          <p:nvPr/>
        </p:nvSpPr>
        <p:spPr>
          <a:xfrm>
            <a:off x="342899" y="4848842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Overall XRL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Agent learns optimal policies via Q-function updates in historical data.</a:t>
            </a:r>
            <a:endParaRPr lang="en-US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XAI model executes post-hoc analysis on the trained “black-box”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92F14-DA2D-4CF0-B3B9-F18EF2010FFA}"/>
              </a:ext>
            </a:extLst>
          </p:cNvPr>
          <p:cNvSpPr txBox="1"/>
          <p:nvPr/>
        </p:nvSpPr>
        <p:spPr>
          <a:xfrm>
            <a:off x="2115436" y="4448814"/>
            <a:ext cx="4913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7: Original framework of the paper</a:t>
            </a:r>
          </a:p>
        </p:txBody>
      </p:sp>
    </p:spTree>
    <p:extLst>
      <p:ext uri="{BB962C8B-B14F-4D97-AF65-F5344CB8AC3E}">
        <p14:creationId xmlns:p14="http://schemas.microsoft.com/office/powerpoint/2010/main" val="236840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3. Proposed method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10</a:t>
            </a:fld>
            <a:endParaRPr lang="en-US" spc="-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13502-F50A-46AA-BF04-95BA2090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99" y="2894863"/>
            <a:ext cx="5654675" cy="2785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EA1948-E763-4EA6-9274-1A7A40D4F2D3}"/>
              </a:ext>
            </a:extLst>
          </p:cNvPr>
          <p:cNvSpPr txBox="1"/>
          <p:nvPr/>
        </p:nvSpPr>
        <p:spPr>
          <a:xfrm>
            <a:off x="4005697" y="5680107"/>
            <a:ext cx="373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8: Training agent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55A3B3-0B5A-4B40-8E32-994164744BFC}"/>
                  </a:ext>
                </a:extLst>
              </p:cNvPr>
              <p:cNvSpPr txBox="1"/>
              <p:nvPr/>
            </p:nvSpPr>
            <p:spPr>
              <a:xfrm>
                <a:off x="346037" y="839339"/>
                <a:ext cx="7319319" cy="2542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1: Trade only at session close (each day).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2: Zero market impact.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3: Fixed transaction fee: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=0.1%</m:t>
                    </m:r>
                    <m:r>
                      <m:rPr>
                        <m:nor/>
                      </m:rPr>
                      <a:rPr lang="en-US" dirty="0">
                        <a:latin typeface="+mn-lt"/>
                        <a:ea typeface="Inter Tight" panose="020B0604020202020204" charset="0"/>
                        <a:cs typeface="Inter Tight" panose="020B0604020202020204" charset="0"/>
                      </a:rPr>
                      <m:t>·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nor/>
                      </m:rPr>
                      <a:rPr lang="en-US" dirty="0">
                        <a:latin typeface="+mn-lt"/>
                        <a:ea typeface="Inter Tight" panose="020B0604020202020204" charset="0"/>
                        <a:cs typeface="Inter Tight" panose="020B0604020202020204" charset="0"/>
                      </a:rPr>
                      <m:t>·</m:t>
                    </m:r>
                    <m:r>
                      <m:rPr>
                        <m:nor/>
                      </m:rPr>
                      <a:rPr lang="en-US" b="0" i="0" dirty="0" smtClean="0">
                        <a:latin typeface="+mn-lt"/>
                        <a:ea typeface="Inter Tight" panose="020B0604020202020204" charset="0"/>
                        <a:cs typeface="Inter Tight" panose="020B0604020202020204" charset="0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>
                        <a:latin typeface="+mn-lt"/>
                        <a:ea typeface="Inter Tight" panose="020B0604020202020204" charset="0"/>
                        <a:cs typeface="Inter Tight" panose="020B0604020202020204" charset="0"/>
                      </a:rPr>
                      <m:t>|</m:t>
                    </m:r>
                  </m:oMath>
                </a14:m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4: Minimum cash balance: 100 VND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5: No short selling (Sell volume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 Current holding).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n-lt"/>
                    <a:ea typeface="Inter Tight" panose="020B0604020202020204" charset="0"/>
                    <a:cs typeface="Inter Tight" panose="020B0604020202020204" charset="0"/>
                  </a:rPr>
                  <a:t>6: Initial balance: 1000 – Initial stock holds: 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55A3B3-0B5A-4B40-8E32-994164744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37" y="839339"/>
                <a:ext cx="7319319" cy="2542363"/>
              </a:xfrm>
              <a:prstGeom prst="rect">
                <a:avLst/>
              </a:prstGeom>
              <a:blipFill>
                <a:blip r:embed="rId3"/>
                <a:stretch>
                  <a:fillRect l="-750" b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61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3. Proposed method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11</a:t>
            </a:fld>
            <a:endParaRPr lang="en-US"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922831-1139-4BA3-BE05-7BB6631F3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9" y="2537568"/>
            <a:ext cx="5448917" cy="2621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02C215-3A7D-439E-9449-CC5B00E9014A}"/>
              </a:ext>
            </a:extLst>
          </p:cNvPr>
          <p:cNvSpPr txBox="1"/>
          <p:nvPr/>
        </p:nvSpPr>
        <p:spPr>
          <a:xfrm>
            <a:off x="304797" y="990830"/>
            <a:ext cx="853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Reward-level Explanation</a:t>
            </a:r>
          </a:p>
          <a:p>
            <a:r>
              <a:rPr lang="en-US" b="1" dirty="0">
                <a:latin typeface="+mn-lt"/>
              </a:rPr>
              <a:t>RDX: </a:t>
            </a:r>
            <a:r>
              <a:rPr lang="en-US" dirty="0">
                <a:latin typeface="+mn-lt"/>
              </a:rPr>
              <a:t>Decomposes total reward into 4 components to compute the different between actions</a:t>
            </a:r>
            <a:endParaRPr lang="en-US" b="1" dirty="0">
              <a:latin typeface="+mn-lt"/>
            </a:endParaRPr>
          </a:p>
          <a:p>
            <a:r>
              <a:rPr lang="en-US" b="1" dirty="0">
                <a:latin typeface="+mn-lt"/>
              </a:rPr>
              <a:t>MSX: </a:t>
            </a:r>
            <a:r>
              <a:rPr lang="en-US" dirty="0">
                <a:latin typeface="+mn-lt"/>
              </a:rPr>
              <a:t>Condenses RDX output into the absolute minimal set of reasons required to certify an action’s optimality</a:t>
            </a:r>
            <a:endParaRPr lang="en-US" b="1" dirty="0">
              <a:latin typeface="+mn-lt"/>
            </a:endParaRPr>
          </a:p>
          <a:p>
            <a:r>
              <a:rPr lang="en-US" b="1" dirty="0">
                <a:latin typeface="+mn-lt"/>
              </a:rPr>
              <a:t>Answer: </a:t>
            </a:r>
            <a:r>
              <a:rPr lang="en-US" dirty="0">
                <a:latin typeface="+mn-lt"/>
              </a:rPr>
              <a:t>“Why was Action A preferred over Action B?</a:t>
            </a:r>
            <a:endParaRPr lang="en-US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233E-5904-4737-9DF7-832C62B5A893}"/>
              </a:ext>
            </a:extLst>
          </p:cNvPr>
          <p:cNvSpPr txBox="1"/>
          <p:nvPr/>
        </p:nvSpPr>
        <p:spPr>
          <a:xfrm>
            <a:off x="1714498" y="4990007"/>
            <a:ext cx="571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9: RDX + MSX method to compare each action</a:t>
            </a:r>
          </a:p>
        </p:txBody>
      </p:sp>
    </p:spTree>
    <p:extLst>
      <p:ext uri="{BB962C8B-B14F-4D97-AF65-F5344CB8AC3E}">
        <p14:creationId xmlns:p14="http://schemas.microsoft.com/office/powerpoint/2010/main" val="1458560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3. Proposed method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12</a:t>
            </a:fld>
            <a:endParaRPr lang="en-US"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543C9-CD92-460F-8B1B-8EAA4D9AB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530" y="2057400"/>
            <a:ext cx="4192933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631788-5608-4E3A-857E-FC7BDFD6638B}"/>
              </a:ext>
            </a:extLst>
          </p:cNvPr>
          <p:cNvSpPr txBox="1"/>
          <p:nvPr/>
        </p:nvSpPr>
        <p:spPr>
          <a:xfrm>
            <a:off x="304797" y="99083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Feature-level Explanation</a:t>
            </a:r>
          </a:p>
          <a:p>
            <a:r>
              <a:rPr lang="en-US" dirty="0">
                <a:latin typeface="+mn-lt"/>
              </a:rPr>
              <a:t>Applies Game Theory (Shapley values) to quantify feature contributions to Q-values</a:t>
            </a:r>
          </a:p>
          <a:p>
            <a:r>
              <a:rPr lang="en-US" dirty="0">
                <a:latin typeface="+mn-lt"/>
              </a:rPr>
              <a:t>Answer: How does current capital or a specific market signal trigger a action?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69312-B35A-4325-8E98-8D95AFF52C49}"/>
              </a:ext>
            </a:extLst>
          </p:cNvPr>
          <p:cNvSpPr txBox="1"/>
          <p:nvPr/>
        </p:nvSpPr>
        <p:spPr>
          <a:xfrm>
            <a:off x="1885944" y="5105400"/>
            <a:ext cx="5372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10: Feature </a:t>
            </a:r>
            <a:r>
              <a:rPr lang="en-US" sz="1600" dirty="0" err="1"/>
              <a:t>attributiton</a:t>
            </a:r>
            <a:r>
              <a:rPr lang="en-US" sz="1600" dirty="0"/>
              <a:t> mechanism using SHAP for Q-value estimation.</a:t>
            </a:r>
          </a:p>
        </p:txBody>
      </p:sp>
    </p:spTree>
    <p:extLst>
      <p:ext uri="{BB962C8B-B14F-4D97-AF65-F5344CB8AC3E}">
        <p14:creationId xmlns:p14="http://schemas.microsoft.com/office/powerpoint/2010/main" val="410158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4. Experiment and Discussion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13</a:t>
            </a:fld>
            <a:endParaRPr lang="en-US" spc="-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6B958-4027-4466-99A4-6C491FFE1583}"/>
              </a:ext>
            </a:extLst>
          </p:cNvPr>
          <p:cNvSpPr txBox="1"/>
          <p:nvPr/>
        </p:nvSpPr>
        <p:spPr>
          <a:xfrm>
            <a:off x="304797" y="990830"/>
            <a:ext cx="8534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Dataset &amp;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Dataset: 6 high liquidity </a:t>
            </a:r>
            <a:r>
              <a:rPr lang="en-US" dirty="0" err="1">
                <a:latin typeface="+mn-lt"/>
              </a:rPr>
              <a:t>VNStock</a:t>
            </a:r>
            <a:r>
              <a:rPr lang="en-US" dirty="0">
                <a:latin typeface="+mn-lt"/>
              </a:rPr>
              <a:t> blue-chips (ACB, FPT, GAS, HPG, SSI, VCB).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Phases: Tested across three overlapping market environments to evaluate robustness.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Algorithm: Deep SARSA (</a:t>
            </a:r>
            <a:r>
              <a:rPr lang="en-US" dirty="0">
                <a:latin typeface="+mn-lt"/>
                <a:sym typeface="Symbol" panose="05050102010706020507" pitchFamily="18" charset="2"/>
              </a:rPr>
              <a:t>-greedy, two fully connected hidden layers).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31D2C-1FD6-4F37-9E4F-20915ECE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53" y="2743200"/>
            <a:ext cx="8178887" cy="205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BF3618-998A-4CD4-8D81-CC78B7FAA5EA}"/>
              </a:ext>
            </a:extLst>
          </p:cNvPr>
          <p:cNvSpPr txBox="1"/>
          <p:nvPr/>
        </p:nvSpPr>
        <p:spPr>
          <a:xfrm>
            <a:off x="571496" y="5117068"/>
            <a:ext cx="800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11: Experimental blocks and evaluation timeline on the </a:t>
            </a:r>
            <a:r>
              <a:rPr lang="en-US" sz="1600" dirty="0" err="1"/>
              <a:t>VNStock</a:t>
            </a:r>
            <a:r>
              <a:rPr lang="en-US" sz="1600" dirty="0"/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706599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4. Experiment and Discussion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14</a:t>
            </a:fld>
            <a:endParaRPr lang="en-US"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08A70-16EC-4173-A6C3-41FA7B7B3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97" y="2744926"/>
            <a:ext cx="5397605" cy="3107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B809CB-151B-438F-9E55-512149433CB4}"/>
              </a:ext>
            </a:extLst>
          </p:cNvPr>
          <p:cNvSpPr txBox="1"/>
          <p:nvPr/>
        </p:nvSpPr>
        <p:spPr>
          <a:xfrm>
            <a:off x="202766" y="990600"/>
            <a:ext cx="87413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Example RDX + MSX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The Good execution: </a:t>
            </a:r>
            <a:r>
              <a:rPr lang="en-US" dirty="0">
                <a:latin typeface="+mn-lt"/>
              </a:rPr>
              <a:t>It successfully executes “buy the dip” strategies during the sideways market (Jan–Oct).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Bad execution: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It struggles with major market shifts.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Anomaly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The agent almost entirely ignores "Trend" and "Stability" rewards.</a:t>
            </a:r>
            <a:endParaRPr lang="en-US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4423C-36A5-4806-8665-AB9A09F1A7C1}"/>
              </a:ext>
            </a:extLst>
          </p:cNvPr>
          <p:cNvSpPr txBox="1"/>
          <p:nvPr/>
        </p:nvSpPr>
        <p:spPr>
          <a:xfrm>
            <a:off x="1257299" y="5911680"/>
            <a:ext cx="662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12: Top 15 critical points and action comparison at each point</a:t>
            </a:r>
          </a:p>
        </p:txBody>
      </p:sp>
    </p:spTree>
    <p:extLst>
      <p:ext uri="{BB962C8B-B14F-4D97-AF65-F5344CB8AC3E}">
        <p14:creationId xmlns:p14="http://schemas.microsoft.com/office/powerpoint/2010/main" val="169394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4. Experiment and Discussion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15</a:t>
            </a:fld>
            <a:endParaRPr lang="en-US" spc="-5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2B16DD-AA51-42A8-BF55-0BD30FB9ED59}"/>
              </a:ext>
            </a:extLst>
          </p:cNvPr>
          <p:cNvGrpSpPr/>
          <p:nvPr/>
        </p:nvGrpSpPr>
        <p:grpSpPr>
          <a:xfrm>
            <a:off x="1981200" y="2595040"/>
            <a:ext cx="5005258" cy="3014752"/>
            <a:chOff x="2543175" y="2131219"/>
            <a:chExt cx="4471858" cy="26767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D0BE94-9DBC-47BC-A957-EB7BF07D89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t="8344" r="66787" b="45942"/>
            <a:stretch/>
          </p:blipFill>
          <p:spPr>
            <a:xfrm>
              <a:off x="2543175" y="2131219"/>
              <a:ext cx="4057649" cy="267670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5A29D6-8234-4E04-BA98-B21DFFF39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0824" y="2131219"/>
              <a:ext cx="414209" cy="267071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C731D4A-BFE7-4F1A-B875-E6D93AEEC78A}"/>
              </a:ext>
            </a:extLst>
          </p:cNvPr>
          <p:cNvSpPr txBox="1"/>
          <p:nvPr/>
        </p:nvSpPr>
        <p:spPr>
          <a:xfrm>
            <a:off x="1401761" y="5715674"/>
            <a:ext cx="634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Figure 13: Bee-hive graph present the contribution of each feature to the agent’s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245B4-1AA3-4748-B4BC-6A1CCA138572}"/>
              </a:ext>
            </a:extLst>
          </p:cNvPr>
          <p:cNvSpPr txBox="1"/>
          <p:nvPr/>
        </p:nvSpPr>
        <p:spPr>
          <a:xfrm>
            <a:off x="542859" y="1129571"/>
            <a:ext cx="788194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Inter Tight" panose="020B0604020202020204" charset="0"/>
                <a:cs typeface="Inter Tight" panose="020B0604020202020204" charset="0"/>
              </a:rPr>
              <a:t>Over-reliance on the 'Close' price.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Inter Tight" panose="020B0604020202020204" charset="0"/>
                <a:cs typeface="Inter Tight" panose="020B0604020202020204" charset="0"/>
              </a:rPr>
              <a:t>Poor Indicator Adaptation: Fails to dynamically adjust MACD and RSI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Inter Tight" panose="020B0604020202020204" charset="0"/>
                <a:cs typeface="Inter Tight" panose="020B0604020202020204" charset="0"/>
              </a:rPr>
              <a:t>Zero Risk Management: 'Balance' has the lowest SHAP importance</a:t>
            </a:r>
          </a:p>
        </p:txBody>
      </p:sp>
    </p:spTree>
    <p:extLst>
      <p:ext uri="{BB962C8B-B14F-4D97-AF65-F5344CB8AC3E}">
        <p14:creationId xmlns:p14="http://schemas.microsoft.com/office/powerpoint/2010/main" val="106377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7F16-A924-494E-8E9F-A691E0EF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77" y="414274"/>
            <a:ext cx="5863844" cy="492443"/>
          </a:xfrm>
        </p:spPr>
        <p:txBody>
          <a:bodyPr/>
          <a:lstStyle/>
          <a:p>
            <a:r>
              <a:rPr lang="en-US" dirty="0"/>
              <a:t>5.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3476E-D516-4F70-9304-B85B723D8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16</a:t>
            </a:fld>
            <a:endParaRPr lang="en-US" spc="-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F547B-EB25-4878-8920-99A225295447}"/>
              </a:ext>
            </a:extLst>
          </p:cNvPr>
          <p:cNvSpPr txBox="1"/>
          <p:nvPr/>
        </p:nvSpPr>
        <p:spPr>
          <a:xfrm>
            <a:off x="771968" y="1676400"/>
            <a:ext cx="7600062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Inter Tight" panose="020B0604020202020204" charset="0"/>
                <a:cs typeface="Inter Tight" panose="020B0604020202020204" charset="0"/>
              </a:rPr>
              <a:t>Policy Behavior Illumination: Successfully identifies behavioral patterns within the agent's policy</a:t>
            </a:r>
            <a:endParaRPr lang="en-US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Limitation &amp; Improve: Post-hoc explanation </a:t>
            </a:r>
            <a:r>
              <a:rPr lang="en-US" dirty="0">
                <a:latin typeface="+mn-lt"/>
                <a:ea typeface="Inter Tight" panose="020B0604020202020204" charset="0"/>
                <a:cs typeface="Inter Tight" panose="020B0604020202020204" charset="0"/>
              </a:rPr>
              <a:t>can only analyze decisions after the agent has completely traversed the test samples.</a:t>
            </a:r>
            <a:r>
              <a:rPr lang="en-US" dirty="0">
                <a:latin typeface="+mn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Future work: </a:t>
            </a:r>
            <a:r>
              <a:rPr lang="en-US" dirty="0">
                <a:latin typeface="+mn-lt"/>
                <a:ea typeface="Inter Tight" panose="020B0604020202020204" charset="0"/>
                <a:cs typeface="Inter Tight" panose="020B0604020202020204" charset="0"/>
              </a:rPr>
              <a:t>Upgrade from SARSA to advanced Deep RL models (e.g., DQN/PPO) and evaluate the agent across diverse, volatile, and downtrend markets.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4146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117091" y="1905468"/>
            <a:ext cx="6907530" cy="2539365"/>
            <a:chOff x="1117091" y="1905468"/>
            <a:chExt cx="6907530" cy="2539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307" y="1905468"/>
              <a:ext cx="4530269" cy="6571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091" y="2450591"/>
              <a:ext cx="6907530" cy="199415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1385" y="1571701"/>
            <a:ext cx="57626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436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0F91D0"/>
                </a:solidFill>
              </a:rPr>
              <a:t>THANK</a:t>
            </a:r>
            <a:r>
              <a:rPr sz="7200" spc="-25" dirty="0">
                <a:solidFill>
                  <a:srgbClr val="0F91D0"/>
                </a:solidFill>
              </a:rPr>
              <a:t> YOU </a:t>
            </a:r>
            <a:r>
              <a:rPr sz="7200" dirty="0">
                <a:solidFill>
                  <a:srgbClr val="0F91D0"/>
                </a:solidFill>
              </a:rPr>
              <a:t>FOR</a:t>
            </a:r>
            <a:r>
              <a:rPr sz="7200" spc="-150" dirty="0">
                <a:solidFill>
                  <a:srgbClr val="0F91D0"/>
                </a:solidFill>
              </a:rPr>
              <a:t> </a:t>
            </a:r>
            <a:r>
              <a:rPr sz="7200" spc="-10" dirty="0">
                <a:solidFill>
                  <a:srgbClr val="0F91D0"/>
                </a:solidFill>
              </a:rPr>
              <a:t>LISTENING</a:t>
            </a:r>
            <a:endParaRPr sz="7200"/>
          </a:p>
        </p:txBody>
      </p:sp>
      <p:grpSp>
        <p:nvGrpSpPr>
          <p:cNvPr id="7" name="object 7"/>
          <p:cNvGrpSpPr/>
          <p:nvPr/>
        </p:nvGrpSpPr>
        <p:grpSpPr>
          <a:xfrm>
            <a:off x="0" y="1694688"/>
            <a:ext cx="9144000" cy="2209800"/>
            <a:chOff x="0" y="1694688"/>
            <a:chExt cx="9144000" cy="2209800"/>
          </a:xfrm>
        </p:grpSpPr>
        <p:sp>
          <p:nvSpPr>
            <p:cNvPr id="8" name="object 8"/>
            <p:cNvSpPr/>
            <p:nvPr/>
          </p:nvSpPr>
          <p:spPr>
            <a:xfrm>
              <a:off x="0" y="1694688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76B0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2281428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9FC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866644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F3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453383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F16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30083" y="1694688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76B0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30083" y="2281428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9FC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30083" y="2866644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F3C0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0083" y="3453383"/>
              <a:ext cx="1614170" cy="451484"/>
            </a:xfrm>
            <a:custGeom>
              <a:avLst/>
              <a:gdLst/>
              <a:ahLst/>
              <a:cxnLst/>
              <a:rect l="l" t="t" r="r" b="b"/>
              <a:pathLst>
                <a:path w="1614170" h="451485">
                  <a:moveTo>
                    <a:pt x="1613916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1613916" y="451103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F16C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398C02-297E-43A2-9706-A094375226F7}"/>
              </a:ext>
            </a:extLst>
          </p:cNvPr>
          <p:cNvSpPr/>
          <p:nvPr/>
        </p:nvSpPr>
        <p:spPr>
          <a:xfrm>
            <a:off x="152400" y="70231"/>
            <a:ext cx="964691" cy="691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977</Words>
  <Application>Microsoft Office PowerPoint</Application>
  <PresentationFormat>On-screen Show (4:3)</PresentationFormat>
  <Paragraphs>112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Malgun Gothic</vt:lpstr>
      <vt:lpstr>Arial</vt:lpstr>
      <vt:lpstr>Calibri</vt:lpstr>
      <vt:lpstr>Cambria Math</vt:lpstr>
      <vt:lpstr>Inter Tight</vt:lpstr>
      <vt:lpstr>Roboto Italics</vt:lpstr>
      <vt:lpstr>Office Theme</vt:lpstr>
      <vt:lpstr>SARSA Policy and Its Explanation in Trading</vt:lpstr>
      <vt:lpstr>Agenda</vt:lpstr>
      <vt:lpstr>1. Introduction – Motivation</vt:lpstr>
      <vt:lpstr>1. Introduction - Challenges</vt:lpstr>
      <vt:lpstr>1. Introduction – Research Approach</vt:lpstr>
      <vt:lpstr>1. Introduction – Research Question</vt:lpstr>
      <vt:lpstr>2. Related works</vt:lpstr>
      <vt:lpstr>2. Related works</vt:lpstr>
      <vt:lpstr>3. Proposed method </vt:lpstr>
      <vt:lpstr>3. Proposed method </vt:lpstr>
      <vt:lpstr>3. Proposed method </vt:lpstr>
      <vt:lpstr>3. Proposed method </vt:lpstr>
      <vt:lpstr>4. Experiment and Discussion </vt:lpstr>
      <vt:lpstr>4. Experiment and Discussion </vt:lpstr>
      <vt:lpstr>4. Experiment and Discussion </vt:lpstr>
      <vt:lpstr>5. Conclusion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 Defense Automatic Image Colorization Using Semantic Guides</dc:title>
  <dc:creator>Tai Do Nhu</dc:creator>
  <cp:lastModifiedBy>Lâm Quang Khôi</cp:lastModifiedBy>
  <cp:revision>10</cp:revision>
  <dcterms:created xsi:type="dcterms:W3CDTF">2026-03-26T15:19:16Z</dcterms:created>
  <dcterms:modified xsi:type="dcterms:W3CDTF">2026-03-27T02:14:41Z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2026-03-26T00:00:00Z</vt:filetime>
  </property>
  <property fmtid="{D5CDD505-2E9C-101B-9397-08002B2CF9AE}" pid="5" name="Producer">
    <vt:lpwstr>Microsoft® PowerPoint® for Microsoft 365</vt:lpwstr>
  </property>
</Properties>
</file>